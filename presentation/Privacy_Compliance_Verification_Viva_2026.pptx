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862f8a89494a0d" /><Relationship Type="http://schemas.openxmlformats.org/officeDocument/2006/relationships/extended-properties" Target="/docProps/app.xml" Id="R5bbc678c9bd14146" /><Relationship Type="http://schemas.openxmlformats.org/officeDocument/2006/relationships/officeDocument" Target="/ppt/presentation.xml" Id="Red1700c80a704717" /></Relationships>
</file>

<file path=ppt/presentation.xml><?xml version="1.0" encoding="utf-8"?>
<p:presentation xmlns:p="http://schemas.openxmlformats.org/presentationml/2006/main">
  <p:sldMasterIdLst>
    <p:sldMasterId xmlns:r="http://schemas.openxmlformats.org/officeDocument/2006/relationships" id="2147483648" r:id="Rdda0ed9fbfe04fe2"/>
  </p:sldMasterIdLst>
  <p:notesMasterIdLst>
    <p:notesMasterId xmlns:r="http://schemas.openxmlformats.org/officeDocument/2006/relationships" r:id="R425de466a9a14737"/>
  </p:notesMasterIdLst>
  <p:sldIdLst>
    <p:sldId xmlns:r="http://schemas.openxmlformats.org/officeDocument/2006/relationships" id="256" r:id="R583686d12fdf40be"/>
    <p:sldId xmlns:r="http://schemas.openxmlformats.org/officeDocument/2006/relationships" id="257" r:id="R92a94dd6e64d42d5"/>
    <p:sldId xmlns:r="http://schemas.openxmlformats.org/officeDocument/2006/relationships" id="258" r:id="Ra8e5e116a9ab4036"/>
    <p:sldId xmlns:r="http://schemas.openxmlformats.org/officeDocument/2006/relationships" id="259" r:id="Rb4c35ffe62574ac7"/>
    <p:sldId xmlns:r="http://schemas.openxmlformats.org/officeDocument/2006/relationships" id="260" r:id="R96b82535dd9649a1"/>
    <p:sldId xmlns:r="http://schemas.openxmlformats.org/officeDocument/2006/relationships" id="261" r:id="R302cc92a62c14266"/>
    <p:sldId xmlns:r="http://schemas.openxmlformats.org/officeDocument/2006/relationships" id="262" r:id="Rd4fbe1384bef4135"/>
    <p:sldId xmlns:r="http://schemas.openxmlformats.org/officeDocument/2006/relationships" id="263" r:id="Rbde5dd3126844915"/>
    <p:sldId xmlns:r="http://schemas.openxmlformats.org/officeDocument/2006/relationships" id="264" r:id="R3bdb1ecf57dc4798"/>
    <p:sldId xmlns:r="http://schemas.openxmlformats.org/officeDocument/2006/relationships" id="265" r:id="Rbd7dd156fc6e4a7b"/>
    <p:sldId xmlns:r="http://schemas.openxmlformats.org/officeDocument/2006/relationships" id="266" r:id="R69e57b314f3a4249"/>
    <p:sldId xmlns:r="http://schemas.openxmlformats.org/officeDocument/2006/relationships" id="267" r:id="R85bc516da3a047a9"/>
    <p:sldId xmlns:r="http://schemas.openxmlformats.org/officeDocument/2006/relationships" id="268" r:id="Rc2d6b5dcfc274f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cd80c143b045a7" /><Relationship Type="http://schemas.openxmlformats.org/officeDocument/2006/relationships/slideMaster" Target="/ppt/slideMasters/slideMaster1.xml" Id="Rdda0ed9fbfe04fe2" /><Relationship Type="http://schemas.openxmlformats.org/officeDocument/2006/relationships/notesMaster" Target="/ppt/notesMasters/notesMaster1.xml" Id="R425de466a9a14737" /><Relationship Type="http://schemas.openxmlformats.org/officeDocument/2006/relationships/presProps" Target="/ppt/presProps.xml" Id="R538a0059dddd4770" /><Relationship Type="http://schemas.openxmlformats.org/officeDocument/2006/relationships/tableStyles" Target="/ppt/tableStyles.xml" Id="R99dd327e8fef4b5d" /><Relationship Type="http://schemas.openxmlformats.org/officeDocument/2006/relationships/slide" Target="/ppt/slides/slide1.xml" Id="R583686d12fdf40be" /><Relationship Type="http://schemas.openxmlformats.org/officeDocument/2006/relationships/slide" Target="/ppt/slides/slide2.xml" Id="R92a94dd6e64d42d5" /><Relationship Type="http://schemas.openxmlformats.org/officeDocument/2006/relationships/slide" Target="/ppt/slides/slide3.xml" Id="Ra8e5e116a9ab4036" /><Relationship Type="http://schemas.openxmlformats.org/officeDocument/2006/relationships/slide" Target="/ppt/slides/slide4.xml" Id="Rb4c35ffe62574ac7" /><Relationship Type="http://schemas.openxmlformats.org/officeDocument/2006/relationships/slide" Target="/ppt/slides/slide5.xml" Id="R96b82535dd9649a1" /><Relationship Type="http://schemas.openxmlformats.org/officeDocument/2006/relationships/slide" Target="/ppt/slides/slide6.xml" Id="R302cc92a62c14266" /><Relationship Type="http://schemas.openxmlformats.org/officeDocument/2006/relationships/slide" Target="/ppt/slides/slide7.xml" Id="Rd4fbe1384bef4135" /><Relationship Type="http://schemas.openxmlformats.org/officeDocument/2006/relationships/slide" Target="/ppt/slides/slide8.xml" Id="Rbde5dd3126844915" /><Relationship Type="http://schemas.openxmlformats.org/officeDocument/2006/relationships/slide" Target="/ppt/slides/slide9.xml" Id="R3bdb1ecf57dc4798" /><Relationship Type="http://schemas.openxmlformats.org/officeDocument/2006/relationships/slide" Target="/ppt/slides/slide10.xml" Id="Rbd7dd156fc6e4a7b" /><Relationship Type="http://schemas.openxmlformats.org/officeDocument/2006/relationships/slide" Target="/ppt/slides/slide11.xml" Id="R69e57b314f3a4249" /><Relationship Type="http://schemas.openxmlformats.org/officeDocument/2006/relationships/slide" Target="/ppt/slides/slide12.xml" Id="R85bc516da3a047a9" /><Relationship Type="http://schemas.openxmlformats.org/officeDocument/2006/relationships/slide" Target="/ppt/slides/slide13.xml" Id="Rc2d6b5dcfc274f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1100b35edd41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fadc66a407496b" /><Relationship Type="http://schemas.openxmlformats.org/officeDocument/2006/relationships/notesMaster" Target="/ppt/notesMasters/notesMaster1.xml" Id="Ra80abd131e9948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ba427bc8be4262" /><Relationship Type="http://schemas.openxmlformats.org/officeDocument/2006/relationships/notesMaster" Target="/ppt/notesMasters/notesMaster1.xml" Id="R24215acfcff549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ad93a8903d4820" /><Relationship Type="http://schemas.openxmlformats.org/officeDocument/2006/relationships/notesMaster" Target="/ppt/notesMasters/notesMaster1.xml" Id="Rd4cf74231fb446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e073b24d2f4520" /><Relationship Type="http://schemas.openxmlformats.org/officeDocument/2006/relationships/notesMaster" Target="/ppt/notesMasters/notesMaster1.xml" Id="Ra6e08750d35348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1f567f92254df0" /><Relationship Type="http://schemas.openxmlformats.org/officeDocument/2006/relationships/notesMaster" Target="/ppt/notesMasters/notesMaster1.xml" Id="R8ded52f9a2fa45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50c0d13133448e" /><Relationship Type="http://schemas.openxmlformats.org/officeDocument/2006/relationships/notesMaster" Target="/ppt/notesMasters/notesMaster1.xml" Id="R12347be2064648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ca369d9ee5484d" /><Relationship Type="http://schemas.openxmlformats.org/officeDocument/2006/relationships/notesMaster" Target="/ppt/notesMasters/notesMaster1.xml" Id="R1b1681266f7c4f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4d6cd682724136" /><Relationship Type="http://schemas.openxmlformats.org/officeDocument/2006/relationships/notesMaster" Target="/ppt/notesMasters/notesMaster1.xml" Id="R6e18433c313f49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0533e64abc47e5" /><Relationship Type="http://schemas.openxmlformats.org/officeDocument/2006/relationships/notesMaster" Target="/ppt/notesMasters/notesMaster1.xml" Id="R5e8fccb121d44c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7baa44450b46c0" /><Relationship Type="http://schemas.openxmlformats.org/officeDocument/2006/relationships/notesMaster" Target="/ppt/notesMasters/notesMaster1.xml" Id="R19f26b3b07f344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d6fb9213694654" /><Relationship Type="http://schemas.openxmlformats.org/officeDocument/2006/relationships/notesMaster" Target="/ppt/notesMasters/notesMaster1.xml" Id="R337a4aa2e2e244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f9e1e24f144da2" /><Relationship Type="http://schemas.openxmlformats.org/officeDocument/2006/relationships/notesMaster" Target="/ppt/notesMasters/notesMaster1.xml" Id="R60f7587b71584e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9a03c4bdd44262" /><Relationship Type="http://schemas.openxmlformats.org/officeDocument/2006/relationships/notesMaster" Target="/ppt/notesMasters/notesMaster1.xml" Id="R4b4be12c36c441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project is an automated privacy policy compliance verification framework using dynamic network traffic analysis.</a:t>
            </a:r>
          </a:p>
          <a:p xmlns:a="http://schemas.openxmlformats.org/drawingml/2006/main">
            <a:r>
              <a:t>The main idea is simple: observe what an application sends over the network, read what its privacy policy declares, and compare the two using evidence.</a:t>
            </a:r>
          </a:p>
          <a:p xmlns:a="http://schemas.openxmlformats.org/drawingml/2006/main">
            <a:r>
              <a:t>This is an academic technical study, not a legal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whether the information seen in network traffic is covered by the available privacy policy.</a:t>
            </a:r>
          </a:p>
          <a:p xmlns:a="http://schemas.openxmlformats.org/drawingml/2006/main">
            <a:r>
              <a:t>I deliberately keep three ideas separate: a policy disclosure gap, a risky way of sending data, and insufficient evidence.</a:t>
            </a:r>
          </a:p>
          <a:p xmlns:a="http://schemas.openxmlformats.org/drawingml/2006/main">
            <a:r>
              <a:t>This prevents the system from calling every technical artifact a privacy violation.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HTTP Toolkit to capture network traffic and exported it in HAR format.</a:t>
            </a:r>
          </a:p>
          <a:p xmlns:a="http://schemas.openxmlformats.org/drawingml/2006/main">
            <a:r>
              <a:t>During collection I manually used as many features as practical, including login, search, profile and location features.</a:t>
            </a:r>
          </a:p>
          <a:p xmlns:a="http://schemas.openxmlformats.org/drawingml/2006/main">
            <a:r>
              <a:t>A capture can still miss background, encrypted, certificate-pinned or untriggered behaviour, so every result is limited to the tested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starts with the HAR file.</a:t>
            </a:r>
          </a:p>
          <a:p xmlns:a="http://schemas.openxmlformats.org/drawingml/2006/main">
            <a:r>
              <a:t>The extractor preserves request and response details, including duplicate headers, cookies, query parameters and body metadata.</a:t>
            </a:r>
          </a:p>
          <a:p xmlns:a="http://schemas.openxmlformats.org/drawingml/2006/main">
            <a:r>
              <a:t>Traffic is classified by ownership, sensitive evidence is detected and normalized, an inventory is built, and then policy comparison and risk analysis produce the final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detector examines common HTTP locations and several structured or encoded body formats.</a:t>
            </a:r>
          </a:p>
          <a:p xmlns:a="http://schemas.openxmlformats.org/drawingml/2006/main">
            <a:r>
              <a:t>Raw protobuf and gRPC support were important for applications such as Google Drive and Google Photos.</a:t>
            </a:r>
          </a:p>
          <a:p xmlns:a="http://schemas.openxmlformats.org/drawingml/2006/main">
            <a:r>
              <a:t>The detector is conservative. It does not claim that arbitrary binary data represents contacts, camera access or another privacy category without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is performed at information-type level for the presentation dashboard.</a:t>
            </a:r>
          </a:p>
          <a:p xmlns:a="http://schemas.openxmlformats.org/drawingml/2006/main">
            <a:r>
              <a:t>Safe broader mappings are allowed, for example Personal Information can cover an email address, and Location can cover latitude and longitude.</a:t>
            </a:r>
          </a:p>
          <a:p xmlns:a="http://schemas.openxmlformats.org/drawingml/2006/main">
            <a:r>
              <a:t>Authorization tokens and session cookies are technical authentication artifacts. They remain in evidence but are excluded from the disclosure-gap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interpreting real applications, I created six synthetic cases with known expected outcomes.</a:t>
            </a:r>
          </a:p>
          <a:p xmlns:a="http://schemas.openxmlformats.org/drawingml/2006/main">
            <a:r>
              <a:t>These cover a full match, a clear gap, an incomplete policy, a disclosed value sent in a risky URL, technical authentication evidence and an empty capture.</a:t>
            </a:r>
          </a:p>
          <a:p xmlns:a="http://schemas.openxmlformats.org/drawingml/2006/main">
            <a:r>
              <a:t>This is important because real application data rarely provides a perfect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also tested public datasets so that validation did not depend only on my own captures.</a:t>
            </a:r>
          </a:p>
          <a:p xmlns:a="http://schemas.openxmlformats.org/drawingml/2006/main">
            <a:r>
              <a:t>AntShield, PARROT and OVRseen use different formats and were created for different research goals.</a:t>
            </a:r>
          </a:p>
          <a:p xmlns:a="http://schemas.openxmlformats.org/drawingml/2006/main">
            <a:r>
              <a:t>They were useful for checking traffic ingestion and detection, but policy availability and format differences prevent a completely fair one-to-one policy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final dashboard, 21 applications had no policy disclosure gap for the information types that could be compared.</a:t>
            </a:r>
          </a:p>
          <a:p xmlns:a="http://schemas.openxmlformats.org/drawingml/2006/main">
            <a:r>
              <a:t>Three applications had a supported disclosure gap and six had insufficient policy or capture evidence.</a:t>
            </a:r>
          </a:p>
          <a:p xmlns:a="http://schemas.openxmlformats.org/drawingml/2006/main">
            <a:r>
              <a:t>I do not label the 21 applications as legally compliant. The result only means that no disclosure gap was found in this capture and policy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three applications remained in the disclosure-gap category after removing weak mismatches caused by user IDs, email subtypes, latitude, longitude and authentication artifacts.</a:t>
            </a:r>
          </a:p>
          <a:p xmlns:a="http://schemas.openxmlformats.org/drawingml/2006/main">
            <a:r>
              <a:t>Facebook and Truecaller were flagged for Search Query. Meesho was flagged for Installed Application List.</a:t>
            </a:r>
          </a:p>
          <a:p xmlns:a="http://schemas.openxmlformats.org/drawingml/2006/main">
            <a:r>
              <a:t>The Meesho rule is intentionally strict: Device Information is related, but it is not automatically treated as disclosure of the full installed-app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keeps risky transmission patterns separate from the policy result.</a:t>
            </a:r>
          </a:p>
          <a:p xmlns:a="http://schemas.openxmlformats.org/drawingml/2006/main">
            <a:r>
              <a:t>For example, a phone number may be disclosed in the policy but still create a risk signal if placed in a URL.</a:t>
            </a:r>
          </a:p>
          <a:p xmlns:a="http://schemas.openxmlformats.org/drawingml/2006/main">
            <a:r>
              <a:t>Third-party services include analytics, crash reporting, advertising and payments. Their presence alone is not treated as a violation; I inspect what information is sent and 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limitation is capture coverage. I can only analyse behaviour that occurred during testing and was visible in the HAR file.</a:t>
            </a:r>
          </a:p>
          <a:p xmlns:a="http://schemas.openxmlformats.org/drawingml/2006/main">
            <a:r>
              <a:t>The framework also cannot observe data processed only on the device.</a:t>
            </a:r>
          </a:p>
          <a:p xmlns:a="http://schemas.openxmlformats.org/drawingml/2006/main">
            <a:r>
              <a:t>Therefore the study reports evidence and possible disclosure gaps. It does not claim legal non-compliance.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project successfully converts network traffic into traceable privacy evidence and compares it with policy disclosures.</a:t>
            </a:r>
          </a:p>
          <a:p xmlns:a="http://schemas.openxmlformats.org/drawingml/2006/main">
            <a:r>
              <a:t>The final result is intentionally conservative: three supported gaps, twenty-one apps with no detected gap, and six inconclusive cases.</a:t>
            </a:r>
          </a:p>
          <a:p xmlns:a="http://schemas.openxmlformats.org/drawingml/2006/main">
            <a:r>
              <a:t>The main contribution is not only the final label. It is the evidence trail showing what was observed, where it was sent, how the policy was interpreted, and why the result was produced.</a:t>
            </a:r>
          </a:p>
          <a:p xmlns:a="http://schemas.openxmlformats.org/drawingml/2006/main">
            <a:r>
              <a:t>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7815a17c934d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9660b8dfbe4e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57c0b71cdf46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c1c60e22a646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79cb04e4a449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4e11ffb93b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CCBBAA-BBD5-4AC3-8D56-9A32229E20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94208F-D977-465F-9C6A-DED2613412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FA1812-2D05-4366-91BF-E73FC84A88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FE5F4-37B6-471F-B4D2-0D18673101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856EF7-1972-47BD-9E3E-26EF483325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F07DEB-42AD-467D-A6B3-907F9506A5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54CCCA-A730-4441-91AA-91EB140BF3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0B3075-B83A-4E40-8406-E97F15F724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0CA23F-FBB2-403B-9561-1ABED98DC4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2545F5-A1A7-4CAD-801F-26C1FFA189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a2027e4ba84a33" /><Relationship Type="http://schemas.openxmlformats.org/officeDocument/2006/relationships/slideLayout" Target="/ppt/slideLayouts/slideLayout1.xml" Id="R91026ad701e4402d" /><Relationship Type="http://schemas.openxmlformats.org/officeDocument/2006/relationships/slideLayout" Target="/ppt/slideLayouts/slideLayout2.xml" Id="Rd5f8d37d26b9406a" /><Relationship Type="http://schemas.openxmlformats.org/officeDocument/2006/relationships/slideLayout" Target="/ppt/slideLayouts/slideLayout3.xml" Id="Reae4dca808a0432b" /><Relationship Type="http://schemas.openxmlformats.org/officeDocument/2006/relationships/slideLayout" Target="/ppt/slideLayouts/slideLayout4.xml" Id="R556be9231e784f54" /><Relationship Type="http://schemas.openxmlformats.org/officeDocument/2006/relationships/slideLayout" Target="/ppt/slideLayouts/slideLayout5.xml" Id="Rc03e772385f44bcd" /><Relationship Type="http://schemas.openxmlformats.org/officeDocument/2006/relationships/slideLayout" Target="/ppt/slideLayouts/slideLayout6.xml" Id="R978bcdf7f6104a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026ad701e4402d"/>
    <p:sldLayoutId xmlns:r="http://schemas.openxmlformats.org/officeDocument/2006/relationships" id="2147483650" r:id="Rd5f8d37d26b9406a"/>
    <p:sldLayoutId xmlns:r="http://schemas.openxmlformats.org/officeDocument/2006/relationships" id="2147483651" r:id="Reae4dca808a0432b"/>
    <p:sldLayoutId xmlns:r="http://schemas.openxmlformats.org/officeDocument/2006/relationships" id="2147483652" r:id="R556be9231e784f54"/>
    <p:sldLayoutId xmlns:r="http://schemas.openxmlformats.org/officeDocument/2006/relationships" id="2147483653" r:id="Rc03e772385f44bcd"/>
    <p:sldLayoutId xmlns:r="http://schemas.openxmlformats.org/officeDocument/2006/relationships" id="2147483654" r:id="R978bcdf7f6104a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b03a55546f4dff" /><Relationship Type="http://schemas.openxmlformats.org/officeDocument/2006/relationships/notesSlide" Target="/ppt/notesSlides/notesSlide1.xml" Id="Rfec4a8a4b5e842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d6d6b4829649c4" /><Relationship Type="http://schemas.openxmlformats.org/officeDocument/2006/relationships/notesSlide" Target="/ppt/notesSlides/notesSlide2.xml" Id="Rc4c38514bc2e4b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8803757b164f8d" /><Relationship Type="http://schemas.openxmlformats.org/officeDocument/2006/relationships/notesSlide" Target="/ppt/notesSlides/notesSlide3.xml" Id="R11f3e08c2d924c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f57dc9032394a61" /><Relationship Type="http://schemas.openxmlformats.org/officeDocument/2006/relationships/notesSlide" Target="/ppt/notesSlides/notesSlide4.xml" Id="R65a132361bc640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5b22f6b5614308" /><Relationship Type="http://schemas.openxmlformats.org/officeDocument/2006/relationships/notesSlide" Target="/ppt/notesSlides/notesSlide5.xml" Id="Rd2a2072a8dc541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fb3460b693480b" /><Relationship Type="http://schemas.openxmlformats.org/officeDocument/2006/relationships/notesSlide" Target="/ppt/notesSlides/notesSlide6.xml" Id="R99ef0e09d50146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2fb068b51d4866" /><Relationship Type="http://schemas.openxmlformats.org/officeDocument/2006/relationships/notesSlide" Target="/ppt/notesSlides/notesSlide7.xml" Id="Ra1c5ddd0465240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7db01ecb114b91" /><Relationship Type="http://schemas.openxmlformats.org/officeDocument/2006/relationships/notesSlide" Target="/ppt/notesSlides/notesSlide8.xml" Id="R1cf0306c46054a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33563e2ab94583" /><Relationship Type="http://schemas.openxmlformats.org/officeDocument/2006/relationships/notesSlide" Target="/ppt/notesSlides/notesSlide9.xml" Id="R59b4373ed56749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a09899722f42f4" /><Relationship Type="http://schemas.openxmlformats.org/officeDocument/2006/relationships/notesSlide" Target="/ppt/notesSlides/notesSlide10.xml" Id="Rce0e95d0d84d48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b2379f540a4739" /><Relationship Type="http://schemas.openxmlformats.org/officeDocument/2006/relationships/notesSlide" Target="/ppt/notesSlides/notesSlide11.xml" Id="R859f0cdf31e349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e8c2760f024966" /><Relationship Type="http://schemas.openxmlformats.org/officeDocument/2006/relationships/notesSlide" Target="/ppt/notesSlides/notesSlide12.xml" Id="Rb6e550eb256342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c158042969141af" /><Relationship Type="http://schemas.openxmlformats.org/officeDocument/2006/relationships/notesSlide" Target="/ppt/notesSlides/notesSlide13.xml" Id="R8cdb0327ea7f45da"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B3A2A59-EF91-456E-8597-98C7A0C00AE7}"/>
              </a:ext>
            </a:extLst>
          </p:cNvPr>
          <p:cNvSpPr>
            <a:spLocks xmlns:a="http://schemas.openxmlformats.org/drawingml/2006/main" noGrp="1"/>
          </p:cNvSpPr>
          <p:nvPr/>
        </p:nvSpPr>
        <p:spPr>
          <a:xfrm xmlns:a="http://schemas.openxmlformats.org/drawingml/2006/main">
            <a:off x="723900" y="5905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22D3EE"/>
                </a:solidFill>
              </a:defRPr>
            </a:defPPr>
            <a:lvl1pPr algn="l">
              <a:defRPr sz="1050" b="1" i="0">
                <a:solidFill>
                  <a:srgbClr val="22D3EE"/>
                </a:solidFill>
              </a:defRPr>
            </a:lvl1pPr>
            <a:lvl2pPr algn="l">
              <a:defRPr sz="1050" b="1" i="0">
                <a:solidFill>
                  <a:srgbClr val="22D3EE"/>
                </a:solidFill>
              </a:defRPr>
            </a:lvl2pPr>
            <a:lvl3pPr algn="l">
              <a:defRPr sz="1050" b="1" i="0">
                <a:solidFill>
                  <a:srgbClr val="22D3EE"/>
                </a:solidFill>
              </a:defRPr>
            </a:lvl3pPr>
            <a:lvl4pPr algn="l">
              <a:defRPr sz="1050" b="1" i="0">
                <a:solidFill>
                  <a:srgbClr val="22D3EE"/>
                </a:solidFill>
              </a:defRPr>
            </a:lvl4pPr>
            <a:lvl5pPr algn="l">
              <a:defRPr sz="1050" b="1" i="0">
                <a:solidFill>
                  <a:srgbClr val="22D3EE"/>
                </a:solidFill>
              </a:defRPr>
            </a:lvl5pPr>
            <a:lvl6pPr algn="l">
              <a:defRPr sz="1050" b="1" i="0">
                <a:solidFill>
                  <a:srgbClr val="22D3EE"/>
                </a:solidFill>
              </a:defRPr>
            </a:lvl6pPr>
            <a:lvl7pPr algn="l">
              <a:defRPr sz="1050" b="1" i="0">
                <a:solidFill>
                  <a:srgbClr val="22D3EE"/>
                </a:solidFill>
              </a:defRPr>
            </a:lvl7pPr>
            <a:lvl8pPr algn="l">
              <a:defRPr sz="1050" b="1" i="0">
                <a:solidFill>
                  <a:srgbClr val="22D3EE"/>
                </a:solidFill>
              </a:defRPr>
            </a:lvl8pPr>
            <a:lvl9pPr algn="l">
              <a:defRPr sz="1050" b="1" i="0">
                <a:solidFill>
                  <a:srgbClr val="22D3EE"/>
                </a:solidFill>
              </a:defRPr>
            </a:lvl9pPr>
          </a:lstStyle>
          <a:p xmlns:a="http://schemas.openxmlformats.org/drawingml/2006/main">
            <a:pPr algn="l">
              <a:defRPr sz="1050" b="1" i="0">
                <a:solidFill>
                  <a:srgbClr val="22D3EE"/>
                </a:solidFill>
              </a:defRPr>
            </a:pPr>
            <a:r>
              <a:rPr sz="1050" b="1" i="0">
                <a:solidFill>
                  <a:srgbClr val="22D3EE"/>
                </a:solidFill>
              </a:rPr>
              <a:t>RESEARCH PROJECT</a:t>
            </a:r>
          </a:p>
        </p:txBody>
      </p:sp>
      <p:sp>
        <p:nvSpPr>
          <p:cNvPr id="2" name="">
            <a:extLst xmlns:a="http://schemas.openxmlformats.org/drawingml/2006/main">
              <a:ext uri="{FF2B5EF4-FFF2-40B4-BE49-F238E27FC236}">
                <a16:creationId xmlns:a16="http://schemas.microsoft.com/office/drawing/2014/main" id="{E4F69E5F-C9A0-4B5B-9BF4-9D894867D77E}"/>
              </a:ext>
            </a:extLst>
          </p:cNvPr>
          <p:cNvSpPr>
            <a:spLocks xmlns:a="http://schemas.openxmlformats.org/drawingml/2006/main" noGrp="1"/>
          </p:cNvSpPr>
          <p:nvPr/>
        </p:nvSpPr>
        <p:spPr>
          <a:xfrm xmlns:a="http://schemas.openxmlformats.org/drawingml/2006/main">
            <a:off x="723900" y="142875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600" b="1" i="0">
                <a:solidFill>
                  <a:srgbClr val="F8FAFC"/>
                </a:solidFill>
              </a:defRPr>
            </a:defPPr>
            <a:lvl1pPr algn="l">
              <a:defRPr sz="3600" b="1" i="0">
                <a:solidFill>
                  <a:srgbClr val="F8FAFC"/>
                </a:solidFill>
              </a:defRPr>
            </a:lvl1pPr>
            <a:lvl2pPr algn="l">
              <a:defRPr sz="3600" b="1" i="0">
                <a:solidFill>
                  <a:srgbClr val="F8FAFC"/>
                </a:solidFill>
              </a:defRPr>
            </a:lvl2pPr>
            <a:lvl3pPr algn="l">
              <a:defRPr sz="3600" b="1" i="0">
                <a:solidFill>
                  <a:srgbClr val="F8FAFC"/>
                </a:solidFill>
              </a:defRPr>
            </a:lvl3pPr>
            <a:lvl4pPr algn="l">
              <a:defRPr sz="3600" b="1" i="0">
                <a:solidFill>
                  <a:srgbClr val="F8FAFC"/>
                </a:solidFill>
              </a:defRPr>
            </a:lvl4pPr>
            <a:lvl5pPr algn="l">
              <a:defRPr sz="3600" b="1" i="0">
                <a:solidFill>
                  <a:srgbClr val="F8FAFC"/>
                </a:solidFill>
              </a:defRPr>
            </a:lvl5pPr>
            <a:lvl6pPr algn="l">
              <a:defRPr sz="3600" b="1" i="0">
                <a:solidFill>
                  <a:srgbClr val="F8FAFC"/>
                </a:solidFill>
              </a:defRPr>
            </a:lvl6pPr>
            <a:lvl7pPr algn="l">
              <a:defRPr sz="3600" b="1" i="0">
                <a:solidFill>
                  <a:srgbClr val="F8FAFC"/>
                </a:solidFill>
              </a:defRPr>
            </a:lvl7pPr>
            <a:lvl8pPr algn="l">
              <a:defRPr sz="3600" b="1" i="0">
                <a:solidFill>
                  <a:srgbClr val="F8FAFC"/>
                </a:solidFill>
              </a:defRPr>
            </a:lvl8pPr>
            <a:lvl9pPr algn="l">
              <a:defRPr sz="3600" b="1" i="0">
                <a:solidFill>
                  <a:srgbClr val="F8FAFC"/>
                </a:solidFill>
              </a:defRPr>
            </a:lvl9pPr>
          </a:lstStyle>
          <a:p xmlns:a="http://schemas.openxmlformats.org/drawingml/2006/main">
            <a:pPr algn="l">
              <a:defRPr sz="3600" b="1" i="0">
                <a:solidFill>
                  <a:srgbClr val="F8FAFC"/>
                </a:solidFill>
              </a:defRPr>
            </a:pPr>
            <a:r>
              <a:rPr sz="3600" b="1" i="0">
                <a:solidFill>
                  <a:srgbClr val="F8FAFC"/>
                </a:solidFill>
              </a:rPr>
              <a:t>Automated Privacy Policy</a:t>
            </a:r>
          </a:p>
          <a:p xmlns:a="http://schemas.openxmlformats.org/drawingml/2006/main">
            <a:pPr algn="l">
              <a:defRPr sz="3600" b="1" i="0">
                <a:solidFill>
                  <a:srgbClr val="F8FAFC"/>
                </a:solidFill>
              </a:defRPr>
            </a:pPr>
            <a:r>
              <a:rPr sz="3600" b="1" i="0">
                <a:solidFill>
                  <a:srgbClr val="F8FAFC"/>
                </a:solidFill>
              </a:rPr>
              <a:t>Compliance Verification</a:t>
            </a:r>
          </a:p>
        </p:txBody>
      </p:sp>
      <p:sp>
        <p:nvSpPr>
          <p:cNvPr id="3" name="">
            <a:extLst xmlns:a="http://schemas.openxmlformats.org/drawingml/2006/main">
              <a:ext uri="{FF2B5EF4-FFF2-40B4-BE49-F238E27FC236}">
                <a16:creationId xmlns:a16="http://schemas.microsoft.com/office/drawing/2014/main" id="{AA17526E-E675-4893-8141-4A62A7D236C9}"/>
              </a:ext>
            </a:extLst>
          </p:cNvPr>
          <p:cNvSpPr>
            <a:spLocks xmlns:a="http://schemas.openxmlformats.org/drawingml/2006/main" noGrp="1"/>
          </p:cNvSpPr>
          <p:nvPr/>
        </p:nvSpPr>
        <p:spPr>
          <a:xfrm xmlns:a="http://schemas.openxmlformats.org/drawingml/2006/main">
            <a:off x="742950" y="3009900"/>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0" i="0">
                <a:solidFill>
                  <a:srgbClr val="2DD4BF"/>
                </a:solidFill>
              </a:defRPr>
            </a:defPPr>
            <a:lvl1pPr algn="l">
              <a:defRPr sz="1950" b="0" i="0">
                <a:solidFill>
                  <a:srgbClr val="2DD4BF"/>
                </a:solidFill>
              </a:defRPr>
            </a:lvl1pPr>
            <a:lvl2pPr algn="l">
              <a:defRPr sz="1950" b="0" i="0">
                <a:solidFill>
                  <a:srgbClr val="2DD4BF"/>
                </a:solidFill>
              </a:defRPr>
            </a:lvl2pPr>
            <a:lvl3pPr algn="l">
              <a:defRPr sz="1950" b="0" i="0">
                <a:solidFill>
                  <a:srgbClr val="2DD4BF"/>
                </a:solidFill>
              </a:defRPr>
            </a:lvl3pPr>
            <a:lvl4pPr algn="l">
              <a:defRPr sz="1950" b="0" i="0">
                <a:solidFill>
                  <a:srgbClr val="2DD4BF"/>
                </a:solidFill>
              </a:defRPr>
            </a:lvl4pPr>
            <a:lvl5pPr algn="l">
              <a:defRPr sz="1950" b="0" i="0">
                <a:solidFill>
                  <a:srgbClr val="2DD4BF"/>
                </a:solidFill>
              </a:defRPr>
            </a:lvl5pPr>
            <a:lvl6pPr algn="l">
              <a:defRPr sz="1950" b="0" i="0">
                <a:solidFill>
                  <a:srgbClr val="2DD4BF"/>
                </a:solidFill>
              </a:defRPr>
            </a:lvl6pPr>
            <a:lvl7pPr algn="l">
              <a:defRPr sz="1950" b="0" i="0">
                <a:solidFill>
                  <a:srgbClr val="2DD4BF"/>
                </a:solidFill>
              </a:defRPr>
            </a:lvl7pPr>
            <a:lvl8pPr algn="l">
              <a:defRPr sz="1950" b="0" i="0">
                <a:solidFill>
                  <a:srgbClr val="2DD4BF"/>
                </a:solidFill>
              </a:defRPr>
            </a:lvl8pPr>
            <a:lvl9pPr algn="l">
              <a:defRPr sz="1950" b="0" i="0">
                <a:solidFill>
                  <a:srgbClr val="2DD4BF"/>
                </a:solidFill>
              </a:defRPr>
            </a:lvl9pPr>
          </a:lstStyle>
          <a:p xmlns:a="http://schemas.openxmlformats.org/drawingml/2006/main">
            <a:pPr algn="l">
              <a:defRPr sz="1950" b="0" i="0">
                <a:solidFill>
                  <a:srgbClr val="2DD4BF"/>
                </a:solidFill>
              </a:defRPr>
            </a:pPr>
            <a:r>
              <a:rPr sz="1950" b="0" i="0">
                <a:solidFill>
                  <a:srgbClr val="2DD4BF"/>
                </a:solidFill>
              </a:rPr>
              <a:t>Using Dynamic Network Traffic Analysis</a:t>
            </a:r>
          </a:p>
        </p:txBody>
      </p:sp>
      <p:sp>
        <p:nvSpPr>
          <p:cNvPr id="4" name="">
            <a:extLst xmlns:a="http://schemas.openxmlformats.org/drawingml/2006/main">
              <a:ext uri="{FF2B5EF4-FFF2-40B4-BE49-F238E27FC236}">
                <a16:creationId xmlns:a16="http://schemas.microsoft.com/office/drawing/2014/main" id="{46B80C9D-54A0-4EBE-BCA1-2777F242250C}"/>
              </a:ext>
            </a:extLst>
          </p:cNvPr>
          <p:cNvSpPr>
            <a:spLocks xmlns:a="http://schemas.openxmlformats.org/drawingml/2006/main" noGrp="1"/>
          </p:cNvSpPr>
          <p:nvPr/>
        </p:nvSpPr>
        <p:spPr>
          <a:xfrm xmlns:a="http://schemas.openxmlformats.org/drawingml/2006/main">
            <a:off x="8239125" y="1123950"/>
            <a:ext cx="3048000" cy="3429000"/>
          </a:xfrm>
          <a:prstGeom xmlns:a="http://schemas.openxmlformats.org/drawingml/2006/main" prst="roundRect">
            <a:avLst>
              <a:gd name="adj" fmla="val 5000"/>
            </a:avLst>
          </a:prstGeom>
          <a:solidFill xmlns:a="http://schemas.openxmlformats.org/drawingml/2006/main">
            <a:srgbClr val="0F1C2E"/>
          </a:solidFill>
          <a:ln xmlns:a="http://schemas.openxmlformats.org/drawingml/2006/main" w="9525">
            <a:solidFill>
              <a:srgbClr val="26364D"/>
            </a:solidFill>
            <a:prstDash val="solid"/>
          </a:ln>
        </p:spPr>
      </p:sp>
      <p:sp>
        <p:nvSpPr>
          <p:cNvPr id="5" name="">
            <a:extLst xmlns:a="http://schemas.openxmlformats.org/drawingml/2006/main">
              <a:ext uri="{FF2B5EF4-FFF2-40B4-BE49-F238E27FC236}">
                <a16:creationId xmlns:a16="http://schemas.microsoft.com/office/drawing/2014/main" id="{458AFBEA-423B-4624-A3ED-DD24B0712B64}"/>
              </a:ext>
            </a:extLst>
          </p:cNvPr>
          <p:cNvSpPr>
            <a:spLocks xmlns:a="http://schemas.openxmlformats.org/drawingml/2006/main" noGrp="1"/>
          </p:cNvSpPr>
          <p:nvPr/>
        </p:nvSpPr>
        <p:spPr>
          <a:xfrm xmlns:a="http://schemas.openxmlformats.org/drawingml/2006/main">
            <a:off x="8715375" y="1476375"/>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4650" b="1" i="0">
                <a:solidFill>
                  <a:srgbClr val="22D3EE"/>
                </a:solidFill>
              </a:defRPr>
            </a:defPPr>
            <a:lvl1pPr algn="ctr">
              <a:defRPr sz="4650" b="1" i="0">
                <a:solidFill>
                  <a:srgbClr val="22D3EE"/>
                </a:solidFill>
              </a:defRPr>
            </a:lvl1pPr>
            <a:lvl2pPr algn="ctr">
              <a:defRPr sz="4650" b="1" i="0">
                <a:solidFill>
                  <a:srgbClr val="22D3EE"/>
                </a:solidFill>
              </a:defRPr>
            </a:lvl2pPr>
            <a:lvl3pPr algn="ctr">
              <a:defRPr sz="4650" b="1" i="0">
                <a:solidFill>
                  <a:srgbClr val="22D3EE"/>
                </a:solidFill>
              </a:defRPr>
            </a:lvl3pPr>
            <a:lvl4pPr algn="ctr">
              <a:defRPr sz="4650" b="1" i="0">
                <a:solidFill>
                  <a:srgbClr val="22D3EE"/>
                </a:solidFill>
              </a:defRPr>
            </a:lvl4pPr>
            <a:lvl5pPr algn="ctr">
              <a:defRPr sz="4650" b="1" i="0">
                <a:solidFill>
                  <a:srgbClr val="22D3EE"/>
                </a:solidFill>
              </a:defRPr>
            </a:lvl5pPr>
            <a:lvl6pPr algn="ctr">
              <a:defRPr sz="4650" b="1" i="0">
                <a:solidFill>
                  <a:srgbClr val="22D3EE"/>
                </a:solidFill>
              </a:defRPr>
            </a:lvl6pPr>
            <a:lvl7pPr algn="ctr">
              <a:defRPr sz="4650" b="1" i="0">
                <a:solidFill>
                  <a:srgbClr val="22D3EE"/>
                </a:solidFill>
              </a:defRPr>
            </a:lvl7pPr>
            <a:lvl8pPr algn="ctr">
              <a:defRPr sz="4650" b="1" i="0">
                <a:solidFill>
                  <a:srgbClr val="22D3EE"/>
                </a:solidFill>
              </a:defRPr>
            </a:lvl8pPr>
            <a:lvl9pPr algn="ctr">
              <a:defRPr sz="4650" b="1" i="0">
                <a:solidFill>
                  <a:srgbClr val="22D3EE"/>
                </a:solidFill>
              </a:defRPr>
            </a:lvl9pPr>
          </a:lstStyle>
          <a:p xmlns:a="http://schemas.openxmlformats.org/drawingml/2006/main">
            <a:pPr algn="ctr">
              <a:defRPr sz="4650" b="1" i="0">
                <a:solidFill>
                  <a:srgbClr val="22D3EE"/>
                </a:solidFill>
              </a:defRPr>
            </a:pPr>
            <a:r>
              <a:rPr sz="4650" b="1" i="0">
                <a:solidFill>
                  <a:srgbClr val="22D3EE"/>
                </a:solidFill>
              </a:rPr>
              <a:t>30</a:t>
            </a:r>
          </a:p>
        </p:txBody>
      </p:sp>
      <p:sp>
        <p:nvSpPr>
          <p:cNvPr id="6" name="">
            <a:extLst xmlns:a="http://schemas.openxmlformats.org/drawingml/2006/main">
              <a:ext uri="{FF2B5EF4-FFF2-40B4-BE49-F238E27FC236}">
                <a16:creationId xmlns:a16="http://schemas.microsoft.com/office/drawing/2014/main" id="{F507FC0F-D3EB-4987-8C0C-E9777E8E933E}"/>
              </a:ext>
            </a:extLst>
          </p:cNvPr>
          <p:cNvSpPr>
            <a:spLocks xmlns:a="http://schemas.openxmlformats.org/drawingml/2006/main" noGrp="1"/>
          </p:cNvSpPr>
          <p:nvPr/>
        </p:nvSpPr>
        <p:spPr>
          <a:xfrm xmlns:a="http://schemas.openxmlformats.org/drawingml/2006/main">
            <a:off x="8715375" y="2190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i="0">
                <a:solidFill>
                  <a:srgbClr val="9AAAC0"/>
                </a:solidFill>
              </a:defRPr>
            </a:defPPr>
            <a:lvl1pPr algn="ctr">
              <a:defRPr sz="1350" b="0" i="0">
                <a:solidFill>
                  <a:srgbClr val="9AAAC0"/>
                </a:solidFill>
              </a:defRPr>
            </a:lvl1pPr>
            <a:lvl2pPr algn="ctr">
              <a:defRPr sz="1350" b="0" i="0">
                <a:solidFill>
                  <a:srgbClr val="9AAAC0"/>
                </a:solidFill>
              </a:defRPr>
            </a:lvl2pPr>
            <a:lvl3pPr algn="ctr">
              <a:defRPr sz="1350" b="0" i="0">
                <a:solidFill>
                  <a:srgbClr val="9AAAC0"/>
                </a:solidFill>
              </a:defRPr>
            </a:lvl3pPr>
            <a:lvl4pPr algn="ctr">
              <a:defRPr sz="1350" b="0" i="0">
                <a:solidFill>
                  <a:srgbClr val="9AAAC0"/>
                </a:solidFill>
              </a:defRPr>
            </a:lvl4pPr>
            <a:lvl5pPr algn="ctr">
              <a:defRPr sz="1350" b="0" i="0">
                <a:solidFill>
                  <a:srgbClr val="9AAAC0"/>
                </a:solidFill>
              </a:defRPr>
            </a:lvl5pPr>
            <a:lvl6pPr algn="ctr">
              <a:defRPr sz="1350" b="0" i="0">
                <a:solidFill>
                  <a:srgbClr val="9AAAC0"/>
                </a:solidFill>
              </a:defRPr>
            </a:lvl6pPr>
            <a:lvl7pPr algn="ctr">
              <a:defRPr sz="1350" b="0" i="0">
                <a:solidFill>
                  <a:srgbClr val="9AAAC0"/>
                </a:solidFill>
              </a:defRPr>
            </a:lvl7pPr>
            <a:lvl8pPr algn="ctr">
              <a:defRPr sz="1350" b="0" i="0">
                <a:solidFill>
                  <a:srgbClr val="9AAAC0"/>
                </a:solidFill>
              </a:defRPr>
            </a:lvl8pPr>
            <a:lvl9pPr algn="ctr">
              <a:defRPr sz="1350" b="0" i="0">
                <a:solidFill>
                  <a:srgbClr val="9AAAC0"/>
                </a:solidFill>
              </a:defRPr>
            </a:lvl9pPr>
          </a:lstStyle>
          <a:p xmlns:a="http://schemas.openxmlformats.org/drawingml/2006/main">
            <a:pPr algn="ctr">
              <a:defRPr sz="1350" b="0" i="0">
                <a:solidFill>
                  <a:srgbClr val="9AAAC0"/>
                </a:solidFill>
              </a:defRPr>
            </a:pPr>
            <a:r>
              <a:rPr sz="1350" b="0" i="0">
                <a:solidFill>
                  <a:srgbClr val="9AAAC0"/>
                </a:solidFill>
              </a:rPr>
              <a:t>real applications</a:t>
            </a:r>
          </a:p>
        </p:txBody>
      </p:sp>
      <p:sp>
        <p:nvSpPr>
          <p:cNvPr id="7" name="">
            <a:extLst xmlns:a="http://schemas.openxmlformats.org/drawingml/2006/main">
              <a:ext uri="{FF2B5EF4-FFF2-40B4-BE49-F238E27FC236}">
                <a16:creationId xmlns:a16="http://schemas.microsoft.com/office/drawing/2014/main" id="{C5652A7C-A383-472A-A285-6724431CCFF6}"/>
              </a:ext>
            </a:extLst>
          </p:cNvPr>
          <p:cNvSpPr>
            <a:spLocks xmlns:a="http://schemas.openxmlformats.org/drawingml/2006/main" noGrp="1"/>
          </p:cNvSpPr>
          <p:nvPr/>
        </p:nvSpPr>
        <p:spPr>
          <a:xfrm xmlns:a="http://schemas.openxmlformats.org/drawingml/2006/main">
            <a:off x="8715375" y="28003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600" b="1" i="0">
                <a:solidFill>
                  <a:srgbClr val="34D399"/>
                </a:solidFill>
              </a:defRPr>
            </a:defPPr>
            <a:lvl1pPr algn="ctr">
              <a:defRPr sz="3600" b="1" i="0">
                <a:solidFill>
                  <a:srgbClr val="34D399"/>
                </a:solidFill>
              </a:defRPr>
            </a:lvl1pPr>
            <a:lvl2pPr algn="ctr">
              <a:defRPr sz="3600" b="1" i="0">
                <a:solidFill>
                  <a:srgbClr val="34D399"/>
                </a:solidFill>
              </a:defRPr>
            </a:lvl2pPr>
            <a:lvl3pPr algn="ctr">
              <a:defRPr sz="3600" b="1" i="0">
                <a:solidFill>
                  <a:srgbClr val="34D399"/>
                </a:solidFill>
              </a:defRPr>
            </a:lvl3pPr>
            <a:lvl4pPr algn="ctr">
              <a:defRPr sz="3600" b="1" i="0">
                <a:solidFill>
                  <a:srgbClr val="34D399"/>
                </a:solidFill>
              </a:defRPr>
            </a:lvl4pPr>
            <a:lvl5pPr algn="ctr">
              <a:defRPr sz="3600" b="1" i="0">
                <a:solidFill>
                  <a:srgbClr val="34D399"/>
                </a:solidFill>
              </a:defRPr>
            </a:lvl5pPr>
            <a:lvl6pPr algn="ctr">
              <a:defRPr sz="3600" b="1" i="0">
                <a:solidFill>
                  <a:srgbClr val="34D399"/>
                </a:solidFill>
              </a:defRPr>
            </a:lvl6pPr>
            <a:lvl7pPr algn="ctr">
              <a:defRPr sz="3600" b="1" i="0">
                <a:solidFill>
                  <a:srgbClr val="34D399"/>
                </a:solidFill>
              </a:defRPr>
            </a:lvl7pPr>
            <a:lvl8pPr algn="ctr">
              <a:defRPr sz="3600" b="1" i="0">
                <a:solidFill>
                  <a:srgbClr val="34D399"/>
                </a:solidFill>
              </a:defRPr>
            </a:lvl8pPr>
            <a:lvl9pPr algn="ctr">
              <a:defRPr sz="3600" b="1" i="0">
                <a:solidFill>
                  <a:srgbClr val="34D399"/>
                </a:solidFill>
              </a:defRPr>
            </a:lvl9pPr>
          </a:lstStyle>
          <a:p xmlns:a="http://schemas.openxmlformats.org/drawingml/2006/main">
            <a:pPr algn="ctr">
              <a:defRPr sz="3600" b="1" i="0">
                <a:solidFill>
                  <a:srgbClr val="34D399"/>
                </a:solidFill>
              </a:defRPr>
            </a:pPr>
            <a:r>
              <a:rPr sz="3600" b="1" i="0">
                <a:solidFill>
                  <a:srgbClr val="34D399"/>
                </a:solidFill>
              </a:rPr>
              <a:t>6</a:t>
            </a:r>
          </a:p>
        </p:txBody>
      </p:sp>
      <p:sp>
        <p:nvSpPr>
          <p:cNvPr id="8" name="">
            <a:extLst xmlns:a="http://schemas.openxmlformats.org/drawingml/2006/main">
              <a:ext uri="{FF2B5EF4-FFF2-40B4-BE49-F238E27FC236}">
                <a16:creationId xmlns:a16="http://schemas.microsoft.com/office/drawing/2014/main" id="{013CB765-D3D2-454D-B984-4248148F7A7B}"/>
              </a:ext>
            </a:extLst>
          </p:cNvPr>
          <p:cNvSpPr>
            <a:spLocks xmlns:a="http://schemas.openxmlformats.org/drawingml/2006/main" noGrp="1"/>
          </p:cNvSpPr>
          <p:nvPr/>
        </p:nvSpPr>
        <p:spPr>
          <a:xfrm xmlns:a="http://schemas.openxmlformats.org/drawingml/2006/main">
            <a:off x="8715375" y="3381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i="0">
                <a:solidFill>
                  <a:srgbClr val="9AAAC0"/>
                </a:solidFill>
              </a:defRPr>
            </a:defPPr>
            <a:lvl1pPr algn="ctr">
              <a:defRPr sz="1350" b="0" i="0">
                <a:solidFill>
                  <a:srgbClr val="9AAAC0"/>
                </a:solidFill>
              </a:defRPr>
            </a:lvl1pPr>
            <a:lvl2pPr algn="ctr">
              <a:defRPr sz="1350" b="0" i="0">
                <a:solidFill>
                  <a:srgbClr val="9AAAC0"/>
                </a:solidFill>
              </a:defRPr>
            </a:lvl2pPr>
            <a:lvl3pPr algn="ctr">
              <a:defRPr sz="1350" b="0" i="0">
                <a:solidFill>
                  <a:srgbClr val="9AAAC0"/>
                </a:solidFill>
              </a:defRPr>
            </a:lvl3pPr>
            <a:lvl4pPr algn="ctr">
              <a:defRPr sz="1350" b="0" i="0">
                <a:solidFill>
                  <a:srgbClr val="9AAAC0"/>
                </a:solidFill>
              </a:defRPr>
            </a:lvl4pPr>
            <a:lvl5pPr algn="ctr">
              <a:defRPr sz="1350" b="0" i="0">
                <a:solidFill>
                  <a:srgbClr val="9AAAC0"/>
                </a:solidFill>
              </a:defRPr>
            </a:lvl5pPr>
            <a:lvl6pPr algn="ctr">
              <a:defRPr sz="1350" b="0" i="0">
                <a:solidFill>
                  <a:srgbClr val="9AAAC0"/>
                </a:solidFill>
              </a:defRPr>
            </a:lvl6pPr>
            <a:lvl7pPr algn="ctr">
              <a:defRPr sz="1350" b="0" i="0">
                <a:solidFill>
                  <a:srgbClr val="9AAAC0"/>
                </a:solidFill>
              </a:defRPr>
            </a:lvl7pPr>
            <a:lvl8pPr algn="ctr">
              <a:defRPr sz="1350" b="0" i="0">
                <a:solidFill>
                  <a:srgbClr val="9AAAC0"/>
                </a:solidFill>
              </a:defRPr>
            </a:lvl8pPr>
            <a:lvl9pPr algn="ctr">
              <a:defRPr sz="1350" b="0" i="0">
                <a:solidFill>
                  <a:srgbClr val="9AAAC0"/>
                </a:solidFill>
              </a:defRPr>
            </a:lvl9pPr>
          </a:lstStyle>
          <a:p xmlns:a="http://schemas.openxmlformats.org/drawingml/2006/main">
            <a:pPr algn="ctr">
              <a:defRPr sz="1350" b="0" i="0">
                <a:solidFill>
                  <a:srgbClr val="9AAAC0"/>
                </a:solidFill>
              </a:defRPr>
            </a:pPr>
            <a:r>
              <a:rPr sz="1350" b="0" i="0">
                <a:solidFill>
                  <a:srgbClr val="9AAAC0"/>
                </a:solidFill>
              </a:rPr>
              <a:t>controlled test cases</a:t>
            </a:r>
          </a:p>
        </p:txBody>
      </p:sp>
      <p:sp>
        <p:nvSpPr>
          <p:cNvPr id="9" name="">
            <a:extLst xmlns:a="http://schemas.openxmlformats.org/drawingml/2006/main">
              <a:ext uri="{FF2B5EF4-FFF2-40B4-BE49-F238E27FC236}">
                <a16:creationId xmlns:a16="http://schemas.microsoft.com/office/drawing/2014/main" id="{F79D569F-FD72-4DC2-892E-2B6A28EDDDFA}"/>
              </a:ext>
            </a:extLst>
          </p:cNvPr>
          <p:cNvSpPr>
            <a:spLocks xmlns:a="http://schemas.openxmlformats.org/drawingml/2006/main" noGrp="1"/>
          </p:cNvSpPr>
          <p:nvPr/>
        </p:nvSpPr>
        <p:spPr>
          <a:xfrm xmlns:a="http://schemas.openxmlformats.org/drawingml/2006/main">
            <a:off x="8572500" y="4000500"/>
            <a:ext cx="23812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A78BFA"/>
            </a:solidFill>
            <a:prstDash val="solid"/>
          </a:ln>
        </p:spPr>
      </p:sp>
      <p:sp>
        <p:nvSpPr>
          <p:cNvPr id="10" name="">
            <a:extLst xmlns:a="http://schemas.openxmlformats.org/drawingml/2006/main">
              <a:ext uri="{FF2B5EF4-FFF2-40B4-BE49-F238E27FC236}">
                <a16:creationId xmlns:a16="http://schemas.microsoft.com/office/drawing/2014/main" id="{51DFB8B1-631E-4F35-B77D-5CE74AA63966}"/>
              </a:ext>
            </a:extLst>
          </p:cNvPr>
          <p:cNvSpPr>
            <a:spLocks xmlns:a="http://schemas.openxmlformats.org/drawingml/2006/main" noGrp="1"/>
          </p:cNvSpPr>
          <p:nvPr/>
        </p:nvSpPr>
        <p:spPr>
          <a:xfrm xmlns:a="http://schemas.openxmlformats.org/drawingml/2006/main">
            <a:off x="8667750" y="40290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A78BFA"/>
                </a:solidFill>
              </a:defRPr>
            </a:defPPr>
            <a:lvl1pPr algn="ctr">
              <a:defRPr sz="1050" b="1" i="0">
                <a:solidFill>
                  <a:srgbClr val="A78BFA"/>
                </a:solidFill>
              </a:defRPr>
            </a:lvl1pPr>
            <a:lvl2pPr algn="ctr">
              <a:defRPr sz="1050" b="1" i="0">
                <a:solidFill>
                  <a:srgbClr val="A78BFA"/>
                </a:solidFill>
              </a:defRPr>
            </a:lvl2pPr>
            <a:lvl3pPr algn="ctr">
              <a:defRPr sz="1050" b="1" i="0">
                <a:solidFill>
                  <a:srgbClr val="A78BFA"/>
                </a:solidFill>
              </a:defRPr>
            </a:lvl3pPr>
            <a:lvl4pPr algn="ctr">
              <a:defRPr sz="1050" b="1" i="0">
                <a:solidFill>
                  <a:srgbClr val="A78BFA"/>
                </a:solidFill>
              </a:defRPr>
            </a:lvl4pPr>
            <a:lvl5pPr algn="ctr">
              <a:defRPr sz="1050" b="1" i="0">
                <a:solidFill>
                  <a:srgbClr val="A78BFA"/>
                </a:solidFill>
              </a:defRPr>
            </a:lvl5pPr>
            <a:lvl6pPr algn="ctr">
              <a:defRPr sz="1050" b="1" i="0">
                <a:solidFill>
                  <a:srgbClr val="A78BFA"/>
                </a:solidFill>
              </a:defRPr>
            </a:lvl6pPr>
            <a:lvl7pPr algn="ctr">
              <a:defRPr sz="1050" b="1" i="0">
                <a:solidFill>
                  <a:srgbClr val="A78BFA"/>
                </a:solidFill>
              </a:defRPr>
            </a:lvl7pPr>
            <a:lvl8pPr algn="ctr">
              <a:defRPr sz="1050" b="1" i="0">
                <a:solidFill>
                  <a:srgbClr val="A78BFA"/>
                </a:solidFill>
              </a:defRPr>
            </a:lvl8pPr>
            <a:lvl9pPr algn="ctr">
              <a:defRPr sz="1050" b="1" i="0">
                <a:solidFill>
                  <a:srgbClr val="A78BFA"/>
                </a:solidFill>
              </a:defRPr>
            </a:lvl9pPr>
          </a:lstStyle>
          <a:p xmlns:a="http://schemas.openxmlformats.org/drawingml/2006/main">
            <a:pPr algn="ctr">
              <a:defRPr sz="1050" b="1" i="0">
                <a:solidFill>
                  <a:srgbClr val="A78BFA"/>
                </a:solidFill>
              </a:defRPr>
            </a:pPr>
            <a:r>
              <a:rPr sz="1050" b="1" i="0">
                <a:solidFill>
                  <a:srgbClr val="A78BFA"/>
                </a:solidFill>
              </a:rPr>
              <a:t>HAR → Evidence → Policy</a:t>
            </a:r>
          </a:p>
        </p:txBody>
      </p:sp>
      <p:sp>
        <p:nvSpPr>
          <p:cNvPr id="11" name="">
            <a:extLst xmlns:a="http://schemas.openxmlformats.org/drawingml/2006/main">
              <a:ext uri="{FF2B5EF4-FFF2-40B4-BE49-F238E27FC236}">
                <a16:creationId xmlns:a16="http://schemas.microsoft.com/office/drawing/2014/main" id="{3F289D92-DD9D-4173-8E78-571740D08BA4}"/>
              </a:ext>
            </a:extLst>
          </p:cNvPr>
          <p:cNvSpPr>
            <a:spLocks xmlns:a="http://schemas.openxmlformats.org/drawingml/2006/main" noGrp="1"/>
          </p:cNvSpPr>
          <p:nvPr/>
        </p:nvSpPr>
        <p:spPr>
          <a:xfrm xmlns:a="http://schemas.openxmlformats.org/drawingml/2006/main">
            <a:off x="742950" y="53340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Vimlesh Shivnath Mourya  |  SMSC2627111</a:t>
            </a:r>
          </a:p>
        </p:txBody>
      </p:sp>
      <p:sp>
        <p:nvSpPr>
          <p:cNvPr id="12" name="">
            <a:extLst xmlns:a="http://schemas.openxmlformats.org/drawingml/2006/main">
              <a:ext uri="{FF2B5EF4-FFF2-40B4-BE49-F238E27FC236}">
                <a16:creationId xmlns:a16="http://schemas.microsoft.com/office/drawing/2014/main" id="{4A02CFF5-602A-429A-8740-31301592117C}"/>
              </a:ext>
            </a:extLst>
          </p:cNvPr>
          <p:cNvSpPr>
            <a:spLocks xmlns:a="http://schemas.openxmlformats.org/drawingml/2006/main" noGrp="1"/>
          </p:cNvSpPr>
          <p:nvPr/>
        </p:nvSpPr>
        <p:spPr>
          <a:xfrm xmlns:a="http://schemas.openxmlformats.org/drawingml/2006/main">
            <a:off x="742950" y="56959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M.Sc. Computer Science  |  Academic Year 2026–27</a:t>
            </a:r>
          </a:p>
        </p:txBody>
      </p:sp>
      <p:sp>
        <p:nvSpPr>
          <p:cNvPr id="13" name="">
            <a:extLst xmlns:a="http://schemas.openxmlformats.org/drawingml/2006/main">
              <a:ext uri="{FF2B5EF4-FFF2-40B4-BE49-F238E27FC236}">
                <a16:creationId xmlns:a16="http://schemas.microsoft.com/office/drawing/2014/main" id="{C87282A7-BB41-447E-8D73-BEDAF79E5A63}"/>
              </a:ext>
            </a:extLst>
          </p:cNvPr>
          <p:cNvSpPr>
            <a:spLocks xmlns:a="http://schemas.openxmlformats.org/drawingml/2006/main" noGrp="1"/>
          </p:cNvSpPr>
          <p:nvPr/>
        </p:nvSpPr>
        <p:spPr>
          <a:xfrm xmlns:a="http://schemas.openxmlformats.org/drawingml/2006/main">
            <a:off x="742950" y="6048375"/>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i="0">
                <a:solidFill>
                  <a:srgbClr val="9AAAC0"/>
                </a:solidFill>
              </a:defRPr>
            </a:defPPr>
            <a:lvl1pPr algn="l">
              <a:defRPr sz="1125" b="0" i="0">
                <a:solidFill>
                  <a:srgbClr val="9AAAC0"/>
                </a:solidFill>
              </a:defRPr>
            </a:lvl1pPr>
            <a:lvl2pPr algn="l">
              <a:defRPr sz="1125" b="0" i="0">
                <a:solidFill>
                  <a:srgbClr val="9AAAC0"/>
                </a:solidFill>
              </a:defRPr>
            </a:lvl2pPr>
            <a:lvl3pPr algn="l">
              <a:defRPr sz="1125" b="0" i="0">
                <a:solidFill>
                  <a:srgbClr val="9AAAC0"/>
                </a:solidFill>
              </a:defRPr>
            </a:lvl3pPr>
            <a:lvl4pPr algn="l">
              <a:defRPr sz="1125" b="0" i="0">
                <a:solidFill>
                  <a:srgbClr val="9AAAC0"/>
                </a:solidFill>
              </a:defRPr>
            </a:lvl4pPr>
            <a:lvl5pPr algn="l">
              <a:defRPr sz="1125" b="0" i="0">
                <a:solidFill>
                  <a:srgbClr val="9AAAC0"/>
                </a:solidFill>
              </a:defRPr>
            </a:lvl5pPr>
            <a:lvl6pPr algn="l">
              <a:defRPr sz="1125" b="0" i="0">
                <a:solidFill>
                  <a:srgbClr val="9AAAC0"/>
                </a:solidFill>
              </a:defRPr>
            </a:lvl6pPr>
            <a:lvl7pPr algn="l">
              <a:defRPr sz="1125" b="0" i="0">
                <a:solidFill>
                  <a:srgbClr val="9AAAC0"/>
                </a:solidFill>
              </a:defRPr>
            </a:lvl7pPr>
            <a:lvl8pPr algn="l">
              <a:defRPr sz="1125" b="0" i="0">
                <a:solidFill>
                  <a:srgbClr val="9AAAC0"/>
                </a:solidFill>
              </a:defRPr>
            </a:lvl8pPr>
            <a:lvl9pPr algn="l">
              <a:defRPr sz="1125" b="0" i="0">
                <a:solidFill>
                  <a:srgbClr val="9AAAC0"/>
                </a:solidFill>
              </a:defRPr>
            </a:lvl9pPr>
          </a:lstStyle>
          <a:p xmlns:a="http://schemas.openxmlformats.org/drawingml/2006/main">
            <a:pPr algn="l">
              <a:defRPr sz="1125" b="0" i="0">
                <a:solidFill>
                  <a:srgbClr val="9AAAC0"/>
                </a:solidFill>
              </a:defRPr>
            </a:pPr>
            <a:r>
              <a:rPr sz="1125" b="0" i="0">
                <a:solidFill>
                  <a:srgbClr val="9AAAC0"/>
                </a:solidFill>
              </a:rPr>
              <a:t>SIES College of Arts, Science &amp; Commerce (Autonomous)</a:t>
            </a:r>
          </a:p>
          <a:p xmlns:a="http://schemas.openxmlformats.org/drawingml/2006/main">
            <a:pPr algn="l">
              <a:defRPr sz="1125" b="0" i="0">
                <a:solidFill>
                  <a:srgbClr val="9AAAC0"/>
                </a:solidFill>
              </a:defRPr>
            </a:pPr>
            <a:r>
              <a:rPr sz="1125" b="0" i="0">
                <a:solidFill>
                  <a:srgbClr val="9AAAC0"/>
                </a:solidFill>
              </a:rPr>
              <a:t>Supervisor: Prof. Maya Nair</a:t>
            </a:r>
          </a:p>
        </p:txBody>
      </p:sp>
    </p:spTree>
    <p:extLst>
      <p:ext uri="{BB962C8B-B14F-4D97-AF65-F5344CB8AC3E}">
        <p14:creationId xmlns:p14="http://schemas.microsoft.com/office/powerpoint/2010/main" val="176648390"/>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11EB539-E19B-4A5F-BA4F-B72D0F3C4932}"/>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RESEARCH PROBLEM</a:t>
            </a:r>
          </a:p>
        </p:txBody>
      </p:sp>
      <p:sp>
        <p:nvSpPr>
          <p:cNvPr id="2" name="">
            <a:extLst xmlns:a="http://schemas.openxmlformats.org/drawingml/2006/main">
              <a:ext uri="{FF2B5EF4-FFF2-40B4-BE49-F238E27FC236}">
                <a16:creationId xmlns:a16="http://schemas.microsoft.com/office/drawing/2014/main" id="{086247A7-7585-4B5D-91D4-80B1705771CC}"/>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What question does the project answer?</a:t>
            </a:r>
          </a:p>
        </p:txBody>
      </p:sp>
      <p:sp>
        <p:nvSpPr>
          <p:cNvPr id="3" name="">
            <a:extLst xmlns:a="http://schemas.openxmlformats.org/drawingml/2006/main">
              <a:ext uri="{FF2B5EF4-FFF2-40B4-BE49-F238E27FC236}">
                <a16:creationId xmlns:a16="http://schemas.microsoft.com/office/drawing/2014/main" id="{9C0AC616-A357-477B-9CFA-192A341CBBF4}"/>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02</a:t>
            </a:r>
          </a:p>
        </p:txBody>
      </p:sp>
      <p:sp>
        <p:nvSpPr>
          <p:cNvPr id="4" name="">
            <a:extLst xmlns:a="http://schemas.openxmlformats.org/drawingml/2006/main">
              <a:ext uri="{FF2B5EF4-FFF2-40B4-BE49-F238E27FC236}">
                <a16:creationId xmlns:a16="http://schemas.microsoft.com/office/drawing/2014/main" id="{47AF181A-8B99-4E1B-88DB-6C1737778D4D}"/>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CF92EF8B-0D47-4B9D-A522-04EF6B89D682}"/>
              </a:ext>
            </a:extLst>
          </p:cNvPr>
          <p:cNvSpPr>
            <a:spLocks xmlns:a="http://schemas.openxmlformats.org/drawingml/2006/main" noGrp="1"/>
          </p:cNvSpPr>
          <p:nvPr/>
        </p:nvSpPr>
        <p:spPr>
          <a:xfrm xmlns:a="http://schemas.openxmlformats.org/drawingml/2006/main">
            <a:off x="666750" y="1619250"/>
            <a:ext cx="6858000" cy="3810000"/>
          </a:xfrm>
          <a:prstGeom xmlns:a="http://schemas.openxmlformats.org/drawingml/2006/main" prst="roundRect">
            <a:avLst>
              <a:gd name="adj" fmla="val 4000"/>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1501BE0D-B11D-430D-9645-34DCB93BC074}"/>
              </a:ext>
            </a:extLst>
          </p:cNvPr>
          <p:cNvSpPr>
            <a:spLocks xmlns:a="http://schemas.openxmlformats.org/drawingml/2006/main" noGrp="1"/>
          </p:cNvSpPr>
          <p:nvPr/>
        </p:nvSpPr>
        <p:spPr>
          <a:xfrm xmlns:a="http://schemas.openxmlformats.org/drawingml/2006/main">
            <a:off x="1047750" y="2047875"/>
            <a:ext cx="6096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i="0">
                <a:solidFill>
                  <a:srgbClr val="F8FAFC"/>
                </a:solidFill>
              </a:defRPr>
            </a:defPPr>
            <a:lvl1pPr algn="l">
              <a:defRPr sz="2550" b="1" i="0">
                <a:solidFill>
                  <a:srgbClr val="F8FAFC"/>
                </a:solidFill>
              </a:defRPr>
            </a:lvl1pPr>
            <a:lvl2pPr algn="l">
              <a:defRPr sz="2550" b="1" i="0">
                <a:solidFill>
                  <a:srgbClr val="F8FAFC"/>
                </a:solidFill>
              </a:defRPr>
            </a:lvl2pPr>
            <a:lvl3pPr algn="l">
              <a:defRPr sz="2550" b="1" i="0">
                <a:solidFill>
                  <a:srgbClr val="F8FAFC"/>
                </a:solidFill>
              </a:defRPr>
            </a:lvl3pPr>
            <a:lvl4pPr algn="l">
              <a:defRPr sz="2550" b="1" i="0">
                <a:solidFill>
                  <a:srgbClr val="F8FAFC"/>
                </a:solidFill>
              </a:defRPr>
            </a:lvl4pPr>
            <a:lvl5pPr algn="l">
              <a:defRPr sz="2550" b="1" i="0">
                <a:solidFill>
                  <a:srgbClr val="F8FAFC"/>
                </a:solidFill>
              </a:defRPr>
            </a:lvl5pPr>
            <a:lvl6pPr algn="l">
              <a:defRPr sz="2550" b="1" i="0">
                <a:solidFill>
                  <a:srgbClr val="F8FAFC"/>
                </a:solidFill>
              </a:defRPr>
            </a:lvl6pPr>
            <a:lvl7pPr algn="l">
              <a:defRPr sz="2550" b="1" i="0">
                <a:solidFill>
                  <a:srgbClr val="F8FAFC"/>
                </a:solidFill>
              </a:defRPr>
            </a:lvl7pPr>
            <a:lvl8pPr algn="l">
              <a:defRPr sz="2550" b="1" i="0">
                <a:solidFill>
                  <a:srgbClr val="F8FAFC"/>
                </a:solidFill>
              </a:defRPr>
            </a:lvl8pPr>
            <a:lvl9pPr algn="l">
              <a:defRPr sz="2550" b="1" i="0">
                <a:solidFill>
                  <a:srgbClr val="F8FAFC"/>
                </a:solidFill>
              </a:defRPr>
            </a:lvl9pPr>
          </a:lstStyle>
          <a:p xmlns:a="http://schemas.openxmlformats.org/drawingml/2006/main">
            <a:pPr algn="l">
              <a:defRPr sz="2550" b="1" i="0">
                <a:solidFill>
                  <a:srgbClr val="F8FAFC"/>
                </a:solidFill>
              </a:defRPr>
            </a:pPr>
            <a:r>
              <a:rPr sz="2550" b="1" i="0">
                <a:solidFill>
                  <a:srgbClr val="F8FAFC"/>
                </a:solidFill>
              </a:rPr>
              <a:t>Does observed application traffic match what the privacy policy tells the user?</a:t>
            </a:r>
          </a:p>
        </p:txBody>
      </p:sp>
      <p:sp>
        <p:nvSpPr>
          <p:cNvPr id="7" name="">
            <a:extLst xmlns:a="http://schemas.openxmlformats.org/drawingml/2006/main">
              <a:ext uri="{FF2B5EF4-FFF2-40B4-BE49-F238E27FC236}">
                <a16:creationId xmlns:a16="http://schemas.microsoft.com/office/drawing/2014/main" id="{185B1E24-435C-4E56-9B51-AF06F6A0AEFF}"/>
              </a:ext>
            </a:extLst>
          </p:cNvPr>
          <p:cNvSpPr>
            <a:spLocks xmlns:a="http://schemas.openxmlformats.org/drawingml/2006/main" noGrp="1"/>
          </p:cNvSpPr>
          <p:nvPr/>
        </p:nvSpPr>
        <p:spPr>
          <a:xfrm xmlns:a="http://schemas.openxmlformats.org/drawingml/2006/main">
            <a:off x="1047750" y="3476625"/>
            <a:ext cx="6000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i="0">
                <a:solidFill>
                  <a:srgbClr val="9AAAC0"/>
                </a:solidFill>
              </a:defRPr>
            </a:defPPr>
            <a:lvl1pPr algn="l">
              <a:defRPr sz="1500" b="0" i="0">
                <a:solidFill>
                  <a:srgbClr val="9AAAC0"/>
                </a:solidFill>
              </a:defRPr>
            </a:lvl1pPr>
            <a:lvl2pPr algn="l">
              <a:defRPr sz="1500" b="0" i="0">
                <a:solidFill>
                  <a:srgbClr val="9AAAC0"/>
                </a:solidFill>
              </a:defRPr>
            </a:lvl2pPr>
            <a:lvl3pPr algn="l">
              <a:defRPr sz="1500" b="0" i="0">
                <a:solidFill>
                  <a:srgbClr val="9AAAC0"/>
                </a:solidFill>
              </a:defRPr>
            </a:lvl3pPr>
            <a:lvl4pPr algn="l">
              <a:defRPr sz="1500" b="0" i="0">
                <a:solidFill>
                  <a:srgbClr val="9AAAC0"/>
                </a:solidFill>
              </a:defRPr>
            </a:lvl4pPr>
            <a:lvl5pPr algn="l">
              <a:defRPr sz="1500" b="0" i="0">
                <a:solidFill>
                  <a:srgbClr val="9AAAC0"/>
                </a:solidFill>
              </a:defRPr>
            </a:lvl5pPr>
            <a:lvl6pPr algn="l">
              <a:defRPr sz="1500" b="0" i="0">
                <a:solidFill>
                  <a:srgbClr val="9AAAC0"/>
                </a:solidFill>
              </a:defRPr>
            </a:lvl6pPr>
            <a:lvl7pPr algn="l">
              <a:defRPr sz="1500" b="0" i="0">
                <a:solidFill>
                  <a:srgbClr val="9AAAC0"/>
                </a:solidFill>
              </a:defRPr>
            </a:lvl7pPr>
            <a:lvl8pPr algn="l">
              <a:defRPr sz="1500" b="0" i="0">
                <a:solidFill>
                  <a:srgbClr val="9AAAC0"/>
                </a:solidFill>
              </a:defRPr>
            </a:lvl8pPr>
            <a:lvl9pPr algn="l">
              <a:defRPr sz="1500" b="0" i="0">
                <a:solidFill>
                  <a:srgbClr val="9AAAC0"/>
                </a:solidFill>
              </a:defRPr>
            </a:lvl9pPr>
          </a:lstStyle>
          <a:p xmlns:a="http://schemas.openxmlformats.org/drawingml/2006/main">
            <a:pPr algn="l">
              <a:defRPr sz="1500" b="0" i="0">
                <a:solidFill>
                  <a:srgbClr val="9AAAC0"/>
                </a:solidFill>
              </a:defRPr>
            </a:pPr>
            <a:r>
              <a:rPr sz="1500" b="0" i="0">
                <a:solidFill>
                  <a:srgbClr val="9AAAC0"/>
                </a:solidFill>
              </a:rPr>
              <a:t>The framework does not assume that every transmission is wrong. It separates disclosure gaps, risky transmission patterns, and cases where the evidence is incomplete.</a:t>
            </a:r>
          </a:p>
        </p:txBody>
      </p:sp>
      <p:sp>
        <p:nvSpPr>
          <p:cNvPr id="8" name="">
            <a:extLst xmlns:a="http://schemas.openxmlformats.org/drawingml/2006/main">
              <a:ext uri="{FF2B5EF4-FFF2-40B4-BE49-F238E27FC236}">
                <a16:creationId xmlns:a16="http://schemas.microsoft.com/office/drawing/2014/main" id="{01903FCC-0860-42F4-8D20-190844D1DB9D}"/>
              </a:ext>
            </a:extLst>
          </p:cNvPr>
          <p:cNvSpPr>
            <a:spLocks xmlns:a="http://schemas.openxmlformats.org/drawingml/2006/main" noGrp="1"/>
          </p:cNvSpPr>
          <p:nvPr/>
        </p:nvSpPr>
        <p:spPr>
          <a:xfrm xmlns:a="http://schemas.openxmlformats.org/drawingml/2006/main">
            <a:off x="7905750" y="1638300"/>
            <a:ext cx="3333750" cy="1000125"/>
          </a:xfrm>
          <a:prstGeom xmlns:a="http://schemas.openxmlformats.org/drawingml/2006/main" prst="roundRect">
            <a:avLst>
              <a:gd name="adj" fmla="val 11429"/>
            </a:avLst>
          </a:prstGeom>
          <a:solidFill xmlns:a="http://schemas.openxmlformats.org/drawingml/2006/main">
            <a:srgbClr val="12233A"/>
          </a:solidFill>
          <a:ln xmlns:a="http://schemas.openxmlformats.org/drawingml/2006/main" w="9525">
            <a:solidFill>
              <a:srgbClr val="26364D"/>
            </a:solidFill>
            <a:prstDash val="solid"/>
          </a:ln>
        </p:spPr>
      </p:sp>
      <p:sp>
        <p:nvSpPr>
          <p:cNvPr id="9" name="">
            <a:extLst xmlns:a="http://schemas.openxmlformats.org/drawingml/2006/main">
              <a:ext uri="{FF2B5EF4-FFF2-40B4-BE49-F238E27FC236}">
                <a16:creationId xmlns:a16="http://schemas.microsoft.com/office/drawing/2014/main" id="{70210387-F347-42F6-A014-CBE80D9F04B9}"/>
              </a:ext>
            </a:extLst>
          </p:cNvPr>
          <p:cNvSpPr>
            <a:spLocks xmlns:a="http://schemas.openxmlformats.org/drawingml/2006/main" noGrp="1"/>
          </p:cNvSpPr>
          <p:nvPr/>
        </p:nvSpPr>
        <p:spPr>
          <a:xfrm xmlns:a="http://schemas.openxmlformats.org/drawingml/2006/main">
            <a:off x="8096250" y="18478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i="0">
                <a:solidFill>
                  <a:srgbClr val="22D3EE"/>
                </a:solidFill>
              </a:defRPr>
            </a:defPPr>
            <a:lvl1pPr algn="ctr">
              <a:defRPr sz="2100" b="1" i="0">
                <a:solidFill>
                  <a:srgbClr val="22D3EE"/>
                </a:solidFill>
              </a:defRPr>
            </a:lvl1pPr>
            <a:lvl2pPr algn="ctr">
              <a:defRPr sz="2100" b="1" i="0">
                <a:solidFill>
                  <a:srgbClr val="22D3EE"/>
                </a:solidFill>
              </a:defRPr>
            </a:lvl2pPr>
            <a:lvl3pPr algn="ctr">
              <a:defRPr sz="2100" b="1" i="0">
                <a:solidFill>
                  <a:srgbClr val="22D3EE"/>
                </a:solidFill>
              </a:defRPr>
            </a:lvl3pPr>
            <a:lvl4pPr algn="ctr">
              <a:defRPr sz="2100" b="1" i="0">
                <a:solidFill>
                  <a:srgbClr val="22D3EE"/>
                </a:solidFill>
              </a:defRPr>
            </a:lvl4pPr>
            <a:lvl5pPr algn="ctr">
              <a:defRPr sz="2100" b="1" i="0">
                <a:solidFill>
                  <a:srgbClr val="22D3EE"/>
                </a:solidFill>
              </a:defRPr>
            </a:lvl5pPr>
            <a:lvl6pPr algn="ctr">
              <a:defRPr sz="2100" b="1" i="0">
                <a:solidFill>
                  <a:srgbClr val="22D3EE"/>
                </a:solidFill>
              </a:defRPr>
            </a:lvl6pPr>
            <a:lvl7pPr algn="ctr">
              <a:defRPr sz="2100" b="1" i="0">
                <a:solidFill>
                  <a:srgbClr val="22D3EE"/>
                </a:solidFill>
              </a:defRPr>
            </a:lvl7pPr>
            <a:lvl8pPr algn="ctr">
              <a:defRPr sz="2100" b="1" i="0">
                <a:solidFill>
                  <a:srgbClr val="22D3EE"/>
                </a:solidFill>
              </a:defRPr>
            </a:lvl8pPr>
            <a:lvl9pPr algn="ctr">
              <a:defRPr sz="2100" b="1" i="0">
                <a:solidFill>
                  <a:srgbClr val="22D3EE"/>
                </a:solidFill>
              </a:defRPr>
            </a:lvl9pPr>
          </a:lstStyle>
          <a:p xmlns:a="http://schemas.openxmlformats.org/drawingml/2006/main">
            <a:pPr algn="ctr">
              <a:defRPr sz="2100" b="1" i="0">
                <a:solidFill>
                  <a:srgbClr val="22D3EE"/>
                </a:solidFill>
              </a:defRPr>
            </a:pPr>
            <a:r>
              <a:rPr sz="2100" b="1" i="0">
                <a:solidFill>
                  <a:srgbClr val="22D3EE"/>
                </a:solidFill>
              </a:rPr>
              <a:t>1</a:t>
            </a:r>
          </a:p>
        </p:txBody>
      </p:sp>
      <p:sp>
        <p:nvSpPr>
          <p:cNvPr id="10" name="">
            <a:extLst xmlns:a="http://schemas.openxmlformats.org/drawingml/2006/main">
              <a:ext uri="{FF2B5EF4-FFF2-40B4-BE49-F238E27FC236}">
                <a16:creationId xmlns:a16="http://schemas.microsoft.com/office/drawing/2014/main" id="{E2E7BA46-8684-4959-8833-8586030C1518}"/>
              </a:ext>
            </a:extLst>
          </p:cNvPr>
          <p:cNvSpPr>
            <a:spLocks xmlns:a="http://schemas.openxmlformats.org/drawingml/2006/main" noGrp="1"/>
          </p:cNvSpPr>
          <p:nvPr/>
        </p:nvSpPr>
        <p:spPr>
          <a:xfrm xmlns:a="http://schemas.openxmlformats.org/drawingml/2006/main">
            <a:off x="8686800" y="17811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i="0">
                <a:solidFill>
                  <a:srgbClr val="F8FAFC"/>
                </a:solidFill>
              </a:defRPr>
            </a:defPPr>
            <a:lvl1pPr algn="l">
              <a:defRPr sz="1650" b="1" i="0">
                <a:solidFill>
                  <a:srgbClr val="F8FAFC"/>
                </a:solidFill>
              </a:defRPr>
            </a:lvl1pPr>
            <a:lvl2pPr algn="l">
              <a:defRPr sz="1650" b="1" i="0">
                <a:solidFill>
                  <a:srgbClr val="F8FAFC"/>
                </a:solidFill>
              </a:defRPr>
            </a:lvl2pPr>
            <a:lvl3pPr algn="l">
              <a:defRPr sz="1650" b="1" i="0">
                <a:solidFill>
                  <a:srgbClr val="F8FAFC"/>
                </a:solidFill>
              </a:defRPr>
            </a:lvl3pPr>
            <a:lvl4pPr algn="l">
              <a:defRPr sz="1650" b="1" i="0">
                <a:solidFill>
                  <a:srgbClr val="F8FAFC"/>
                </a:solidFill>
              </a:defRPr>
            </a:lvl4pPr>
            <a:lvl5pPr algn="l">
              <a:defRPr sz="1650" b="1" i="0">
                <a:solidFill>
                  <a:srgbClr val="F8FAFC"/>
                </a:solidFill>
              </a:defRPr>
            </a:lvl5pPr>
            <a:lvl6pPr algn="l">
              <a:defRPr sz="1650" b="1" i="0">
                <a:solidFill>
                  <a:srgbClr val="F8FAFC"/>
                </a:solidFill>
              </a:defRPr>
            </a:lvl6pPr>
            <a:lvl7pPr algn="l">
              <a:defRPr sz="1650" b="1" i="0">
                <a:solidFill>
                  <a:srgbClr val="F8FAFC"/>
                </a:solidFill>
              </a:defRPr>
            </a:lvl7pPr>
            <a:lvl8pPr algn="l">
              <a:defRPr sz="1650" b="1" i="0">
                <a:solidFill>
                  <a:srgbClr val="F8FAFC"/>
                </a:solidFill>
              </a:defRPr>
            </a:lvl8pPr>
            <a:lvl9pPr algn="l">
              <a:defRPr sz="1650" b="1" i="0">
                <a:solidFill>
                  <a:srgbClr val="F8FAFC"/>
                </a:solidFill>
              </a:defRPr>
            </a:lvl9pPr>
          </a:lstStyle>
          <a:p xmlns:a="http://schemas.openxmlformats.org/drawingml/2006/main">
            <a:pPr algn="l">
              <a:defRPr sz="1650" b="1" i="0">
                <a:solidFill>
                  <a:srgbClr val="F8FAFC"/>
                </a:solidFill>
              </a:defRPr>
            </a:pPr>
            <a:r>
              <a:rPr sz="1650" b="1" i="0">
                <a:solidFill>
                  <a:srgbClr val="F8FAFC"/>
                </a:solidFill>
              </a:rPr>
              <a:t>Observe</a:t>
            </a:r>
          </a:p>
        </p:txBody>
      </p:sp>
      <p:sp>
        <p:nvSpPr>
          <p:cNvPr id="11" name="">
            <a:extLst xmlns:a="http://schemas.openxmlformats.org/drawingml/2006/main">
              <a:ext uri="{FF2B5EF4-FFF2-40B4-BE49-F238E27FC236}">
                <a16:creationId xmlns:a16="http://schemas.microsoft.com/office/drawing/2014/main" id="{6D99268B-2CDA-4BE0-B3E7-2BD7AD0A5538}"/>
              </a:ext>
            </a:extLst>
          </p:cNvPr>
          <p:cNvSpPr>
            <a:spLocks xmlns:a="http://schemas.openxmlformats.org/drawingml/2006/main" noGrp="1"/>
          </p:cNvSpPr>
          <p:nvPr/>
        </p:nvSpPr>
        <p:spPr>
          <a:xfrm xmlns:a="http://schemas.openxmlformats.org/drawingml/2006/main">
            <a:off x="8686800" y="20955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Network evidence from HAR traffic</a:t>
            </a:r>
          </a:p>
        </p:txBody>
      </p:sp>
      <p:sp>
        <p:nvSpPr>
          <p:cNvPr id="12" name="">
            <a:extLst xmlns:a="http://schemas.openxmlformats.org/drawingml/2006/main">
              <a:ext uri="{FF2B5EF4-FFF2-40B4-BE49-F238E27FC236}">
                <a16:creationId xmlns:a16="http://schemas.microsoft.com/office/drawing/2014/main" id="{12CCE519-5BB0-461C-BE90-379567E24455}"/>
              </a:ext>
            </a:extLst>
          </p:cNvPr>
          <p:cNvSpPr>
            <a:spLocks xmlns:a="http://schemas.openxmlformats.org/drawingml/2006/main" noGrp="1"/>
          </p:cNvSpPr>
          <p:nvPr/>
        </p:nvSpPr>
        <p:spPr>
          <a:xfrm xmlns:a="http://schemas.openxmlformats.org/drawingml/2006/main">
            <a:off x="7905750" y="2895600"/>
            <a:ext cx="3333750" cy="1000125"/>
          </a:xfrm>
          <a:prstGeom xmlns:a="http://schemas.openxmlformats.org/drawingml/2006/main" prst="roundRect">
            <a:avLst>
              <a:gd name="adj" fmla="val 11429"/>
            </a:avLst>
          </a:prstGeom>
          <a:solidFill xmlns:a="http://schemas.openxmlformats.org/drawingml/2006/main">
            <a:srgbClr val="12233A"/>
          </a:solidFill>
          <a:ln xmlns:a="http://schemas.openxmlformats.org/drawingml/2006/main" w="9525">
            <a:solidFill>
              <a:srgbClr val="26364D"/>
            </a:solidFill>
            <a:prstDash val="solid"/>
          </a:ln>
        </p:spPr>
      </p:sp>
      <p:sp>
        <p:nvSpPr>
          <p:cNvPr id="13" name="">
            <a:extLst xmlns:a="http://schemas.openxmlformats.org/drawingml/2006/main">
              <a:ext uri="{FF2B5EF4-FFF2-40B4-BE49-F238E27FC236}">
                <a16:creationId xmlns:a16="http://schemas.microsoft.com/office/drawing/2014/main" id="{9B20E6F3-5593-4673-BDD5-94E4379EDB80}"/>
              </a:ext>
            </a:extLst>
          </p:cNvPr>
          <p:cNvSpPr>
            <a:spLocks xmlns:a="http://schemas.openxmlformats.org/drawingml/2006/main" noGrp="1"/>
          </p:cNvSpPr>
          <p:nvPr/>
        </p:nvSpPr>
        <p:spPr>
          <a:xfrm xmlns:a="http://schemas.openxmlformats.org/drawingml/2006/main">
            <a:off x="8096250" y="31051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i="0">
                <a:solidFill>
                  <a:srgbClr val="2DD4BF"/>
                </a:solidFill>
              </a:defRPr>
            </a:defPPr>
            <a:lvl1pPr algn="ctr">
              <a:defRPr sz="2100" b="1" i="0">
                <a:solidFill>
                  <a:srgbClr val="2DD4BF"/>
                </a:solidFill>
              </a:defRPr>
            </a:lvl1pPr>
            <a:lvl2pPr algn="ctr">
              <a:defRPr sz="2100" b="1" i="0">
                <a:solidFill>
                  <a:srgbClr val="2DD4BF"/>
                </a:solidFill>
              </a:defRPr>
            </a:lvl2pPr>
            <a:lvl3pPr algn="ctr">
              <a:defRPr sz="2100" b="1" i="0">
                <a:solidFill>
                  <a:srgbClr val="2DD4BF"/>
                </a:solidFill>
              </a:defRPr>
            </a:lvl3pPr>
            <a:lvl4pPr algn="ctr">
              <a:defRPr sz="2100" b="1" i="0">
                <a:solidFill>
                  <a:srgbClr val="2DD4BF"/>
                </a:solidFill>
              </a:defRPr>
            </a:lvl4pPr>
            <a:lvl5pPr algn="ctr">
              <a:defRPr sz="2100" b="1" i="0">
                <a:solidFill>
                  <a:srgbClr val="2DD4BF"/>
                </a:solidFill>
              </a:defRPr>
            </a:lvl5pPr>
            <a:lvl6pPr algn="ctr">
              <a:defRPr sz="2100" b="1" i="0">
                <a:solidFill>
                  <a:srgbClr val="2DD4BF"/>
                </a:solidFill>
              </a:defRPr>
            </a:lvl6pPr>
            <a:lvl7pPr algn="ctr">
              <a:defRPr sz="2100" b="1" i="0">
                <a:solidFill>
                  <a:srgbClr val="2DD4BF"/>
                </a:solidFill>
              </a:defRPr>
            </a:lvl7pPr>
            <a:lvl8pPr algn="ctr">
              <a:defRPr sz="2100" b="1" i="0">
                <a:solidFill>
                  <a:srgbClr val="2DD4BF"/>
                </a:solidFill>
              </a:defRPr>
            </a:lvl8pPr>
            <a:lvl9pPr algn="ctr">
              <a:defRPr sz="2100" b="1" i="0">
                <a:solidFill>
                  <a:srgbClr val="2DD4BF"/>
                </a:solidFill>
              </a:defRPr>
            </a:lvl9pPr>
          </a:lstStyle>
          <a:p xmlns:a="http://schemas.openxmlformats.org/drawingml/2006/main">
            <a:pPr algn="ctr">
              <a:defRPr sz="2100" b="1" i="0">
                <a:solidFill>
                  <a:srgbClr val="2DD4BF"/>
                </a:solidFill>
              </a:defRPr>
            </a:pPr>
            <a:r>
              <a:rPr sz="2100" b="1" i="0">
                <a:solidFill>
                  <a:srgbClr val="2DD4BF"/>
                </a:solidFill>
              </a:rPr>
              <a:t>2</a:t>
            </a:r>
          </a:p>
        </p:txBody>
      </p:sp>
      <p:sp>
        <p:nvSpPr>
          <p:cNvPr id="14" name="">
            <a:extLst xmlns:a="http://schemas.openxmlformats.org/drawingml/2006/main">
              <a:ext uri="{FF2B5EF4-FFF2-40B4-BE49-F238E27FC236}">
                <a16:creationId xmlns:a16="http://schemas.microsoft.com/office/drawing/2014/main" id="{4094A573-1B65-40FE-B5F5-25265A7A4CA5}"/>
              </a:ext>
            </a:extLst>
          </p:cNvPr>
          <p:cNvSpPr>
            <a:spLocks xmlns:a="http://schemas.openxmlformats.org/drawingml/2006/main" noGrp="1"/>
          </p:cNvSpPr>
          <p:nvPr/>
        </p:nvSpPr>
        <p:spPr>
          <a:xfrm xmlns:a="http://schemas.openxmlformats.org/drawingml/2006/main">
            <a:off x="8686800" y="30384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i="0">
                <a:solidFill>
                  <a:srgbClr val="F8FAFC"/>
                </a:solidFill>
              </a:defRPr>
            </a:defPPr>
            <a:lvl1pPr algn="l">
              <a:defRPr sz="1650" b="1" i="0">
                <a:solidFill>
                  <a:srgbClr val="F8FAFC"/>
                </a:solidFill>
              </a:defRPr>
            </a:lvl1pPr>
            <a:lvl2pPr algn="l">
              <a:defRPr sz="1650" b="1" i="0">
                <a:solidFill>
                  <a:srgbClr val="F8FAFC"/>
                </a:solidFill>
              </a:defRPr>
            </a:lvl2pPr>
            <a:lvl3pPr algn="l">
              <a:defRPr sz="1650" b="1" i="0">
                <a:solidFill>
                  <a:srgbClr val="F8FAFC"/>
                </a:solidFill>
              </a:defRPr>
            </a:lvl3pPr>
            <a:lvl4pPr algn="l">
              <a:defRPr sz="1650" b="1" i="0">
                <a:solidFill>
                  <a:srgbClr val="F8FAFC"/>
                </a:solidFill>
              </a:defRPr>
            </a:lvl4pPr>
            <a:lvl5pPr algn="l">
              <a:defRPr sz="1650" b="1" i="0">
                <a:solidFill>
                  <a:srgbClr val="F8FAFC"/>
                </a:solidFill>
              </a:defRPr>
            </a:lvl5pPr>
            <a:lvl6pPr algn="l">
              <a:defRPr sz="1650" b="1" i="0">
                <a:solidFill>
                  <a:srgbClr val="F8FAFC"/>
                </a:solidFill>
              </a:defRPr>
            </a:lvl6pPr>
            <a:lvl7pPr algn="l">
              <a:defRPr sz="1650" b="1" i="0">
                <a:solidFill>
                  <a:srgbClr val="F8FAFC"/>
                </a:solidFill>
              </a:defRPr>
            </a:lvl7pPr>
            <a:lvl8pPr algn="l">
              <a:defRPr sz="1650" b="1" i="0">
                <a:solidFill>
                  <a:srgbClr val="F8FAFC"/>
                </a:solidFill>
              </a:defRPr>
            </a:lvl8pPr>
            <a:lvl9pPr algn="l">
              <a:defRPr sz="1650" b="1" i="0">
                <a:solidFill>
                  <a:srgbClr val="F8FAFC"/>
                </a:solidFill>
              </a:defRPr>
            </a:lvl9pPr>
          </a:lstStyle>
          <a:p xmlns:a="http://schemas.openxmlformats.org/drawingml/2006/main">
            <a:pPr algn="l">
              <a:defRPr sz="1650" b="1" i="0">
                <a:solidFill>
                  <a:srgbClr val="F8FAFC"/>
                </a:solidFill>
              </a:defRPr>
            </a:pPr>
            <a:r>
              <a:rPr sz="1650" b="1" i="0">
                <a:solidFill>
                  <a:srgbClr val="F8FAFC"/>
                </a:solidFill>
              </a:rPr>
              <a:t>Compare</a:t>
            </a:r>
          </a:p>
        </p:txBody>
      </p:sp>
      <p:sp>
        <p:nvSpPr>
          <p:cNvPr id="15" name="">
            <a:extLst xmlns:a="http://schemas.openxmlformats.org/drawingml/2006/main">
              <a:ext uri="{FF2B5EF4-FFF2-40B4-BE49-F238E27FC236}">
                <a16:creationId xmlns:a16="http://schemas.microsoft.com/office/drawing/2014/main" id="{2AA8A60A-7C0A-4053-BAEC-6B474DF4D28D}"/>
              </a:ext>
            </a:extLst>
          </p:cNvPr>
          <p:cNvSpPr>
            <a:spLocks xmlns:a="http://schemas.openxmlformats.org/drawingml/2006/main" noGrp="1"/>
          </p:cNvSpPr>
          <p:nvPr/>
        </p:nvSpPr>
        <p:spPr>
          <a:xfrm xmlns:a="http://schemas.openxmlformats.org/drawingml/2006/main">
            <a:off x="8686800" y="33528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Information types against reviewed policies</a:t>
            </a:r>
          </a:p>
        </p:txBody>
      </p:sp>
      <p:sp>
        <p:nvSpPr>
          <p:cNvPr id="16" name="">
            <a:extLst xmlns:a="http://schemas.openxmlformats.org/drawingml/2006/main">
              <a:ext uri="{FF2B5EF4-FFF2-40B4-BE49-F238E27FC236}">
                <a16:creationId xmlns:a16="http://schemas.microsoft.com/office/drawing/2014/main" id="{24743B77-BD67-49BA-B665-28BEE919F417}"/>
              </a:ext>
            </a:extLst>
          </p:cNvPr>
          <p:cNvSpPr>
            <a:spLocks xmlns:a="http://schemas.openxmlformats.org/drawingml/2006/main" noGrp="1"/>
          </p:cNvSpPr>
          <p:nvPr/>
        </p:nvSpPr>
        <p:spPr>
          <a:xfrm xmlns:a="http://schemas.openxmlformats.org/drawingml/2006/main">
            <a:off x="7905750" y="4152900"/>
            <a:ext cx="3333750" cy="1000125"/>
          </a:xfrm>
          <a:prstGeom xmlns:a="http://schemas.openxmlformats.org/drawingml/2006/main" prst="roundRect">
            <a:avLst>
              <a:gd name="adj" fmla="val 11429"/>
            </a:avLst>
          </a:prstGeom>
          <a:solidFill xmlns:a="http://schemas.openxmlformats.org/drawingml/2006/main">
            <a:srgbClr val="12233A"/>
          </a:solidFill>
          <a:ln xmlns:a="http://schemas.openxmlformats.org/drawingml/2006/main" w="9525">
            <a:solidFill>
              <a:srgbClr val="26364D"/>
            </a:solidFill>
            <a:prstDash val="solid"/>
          </a:ln>
        </p:spPr>
      </p:sp>
      <p:sp>
        <p:nvSpPr>
          <p:cNvPr id="17" name="">
            <a:extLst xmlns:a="http://schemas.openxmlformats.org/drawingml/2006/main">
              <a:ext uri="{FF2B5EF4-FFF2-40B4-BE49-F238E27FC236}">
                <a16:creationId xmlns:a16="http://schemas.microsoft.com/office/drawing/2014/main" id="{0B0227B4-3C29-4A47-8878-AA3F90CF96BC}"/>
              </a:ext>
            </a:extLst>
          </p:cNvPr>
          <p:cNvSpPr>
            <a:spLocks xmlns:a="http://schemas.openxmlformats.org/drawingml/2006/main" noGrp="1"/>
          </p:cNvSpPr>
          <p:nvPr/>
        </p:nvSpPr>
        <p:spPr>
          <a:xfrm xmlns:a="http://schemas.openxmlformats.org/drawingml/2006/main">
            <a:off x="8096250" y="4362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i="0">
                <a:solidFill>
                  <a:srgbClr val="A78BFA"/>
                </a:solidFill>
              </a:defRPr>
            </a:defPPr>
            <a:lvl1pPr algn="ctr">
              <a:defRPr sz="2100" b="1" i="0">
                <a:solidFill>
                  <a:srgbClr val="A78BFA"/>
                </a:solidFill>
              </a:defRPr>
            </a:lvl1pPr>
            <a:lvl2pPr algn="ctr">
              <a:defRPr sz="2100" b="1" i="0">
                <a:solidFill>
                  <a:srgbClr val="A78BFA"/>
                </a:solidFill>
              </a:defRPr>
            </a:lvl2pPr>
            <a:lvl3pPr algn="ctr">
              <a:defRPr sz="2100" b="1" i="0">
                <a:solidFill>
                  <a:srgbClr val="A78BFA"/>
                </a:solidFill>
              </a:defRPr>
            </a:lvl3pPr>
            <a:lvl4pPr algn="ctr">
              <a:defRPr sz="2100" b="1" i="0">
                <a:solidFill>
                  <a:srgbClr val="A78BFA"/>
                </a:solidFill>
              </a:defRPr>
            </a:lvl4pPr>
            <a:lvl5pPr algn="ctr">
              <a:defRPr sz="2100" b="1" i="0">
                <a:solidFill>
                  <a:srgbClr val="A78BFA"/>
                </a:solidFill>
              </a:defRPr>
            </a:lvl5pPr>
            <a:lvl6pPr algn="ctr">
              <a:defRPr sz="2100" b="1" i="0">
                <a:solidFill>
                  <a:srgbClr val="A78BFA"/>
                </a:solidFill>
              </a:defRPr>
            </a:lvl6pPr>
            <a:lvl7pPr algn="ctr">
              <a:defRPr sz="2100" b="1" i="0">
                <a:solidFill>
                  <a:srgbClr val="A78BFA"/>
                </a:solidFill>
              </a:defRPr>
            </a:lvl7pPr>
            <a:lvl8pPr algn="ctr">
              <a:defRPr sz="2100" b="1" i="0">
                <a:solidFill>
                  <a:srgbClr val="A78BFA"/>
                </a:solidFill>
              </a:defRPr>
            </a:lvl8pPr>
            <a:lvl9pPr algn="ctr">
              <a:defRPr sz="2100" b="1" i="0">
                <a:solidFill>
                  <a:srgbClr val="A78BFA"/>
                </a:solidFill>
              </a:defRPr>
            </a:lvl9pPr>
          </a:lstStyle>
          <a:p xmlns:a="http://schemas.openxmlformats.org/drawingml/2006/main">
            <a:pPr algn="ctr">
              <a:defRPr sz="2100" b="1" i="0">
                <a:solidFill>
                  <a:srgbClr val="A78BFA"/>
                </a:solidFill>
              </a:defRPr>
            </a:pPr>
            <a:r>
              <a:rPr sz="2100" b="1" i="0">
                <a:solidFill>
                  <a:srgbClr val="A78BFA"/>
                </a:solidFill>
              </a:rPr>
              <a:t>3</a:t>
            </a:r>
          </a:p>
        </p:txBody>
      </p:sp>
      <p:sp>
        <p:nvSpPr>
          <p:cNvPr id="18" name="">
            <a:extLst xmlns:a="http://schemas.openxmlformats.org/drawingml/2006/main">
              <a:ext uri="{FF2B5EF4-FFF2-40B4-BE49-F238E27FC236}">
                <a16:creationId xmlns:a16="http://schemas.microsoft.com/office/drawing/2014/main" id="{B1180616-8002-4DAF-9254-0C038FFC42B9}"/>
              </a:ext>
            </a:extLst>
          </p:cNvPr>
          <p:cNvSpPr>
            <a:spLocks xmlns:a="http://schemas.openxmlformats.org/drawingml/2006/main" noGrp="1"/>
          </p:cNvSpPr>
          <p:nvPr/>
        </p:nvSpPr>
        <p:spPr>
          <a:xfrm xmlns:a="http://schemas.openxmlformats.org/drawingml/2006/main">
            <a:off x="8686800" y="42957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i="0">
                <a:solidFill>
                  <a:srgbClr val="F8FAFC"/>
                </a:solidFill>
              </a:defRPr>
            </a:defPPr>
            <a:lvl1pPr algn="l">
              <a:defRPr sz="1650" b="1" i="0">
                <a:solidFill>
                  <a:srgbClr val="F8FAFC"/>
                </a:solidFill>
              </a:defRPr>
            </a:lvl1pPr>
            <a:lvl2pPr algn="l">
              <a:defRPr sz="1650" b="1" i="0">
                <a:solidFill>
                  <a:srgbClr val="F8FAFC"/>
                </a:solidFill>
              </a:defRPr>
            </a:lvl2pPr>
            <a:lvl3pPr algn="l">
              <a:defRPr sz="1650" b="1" i="0">
                <a:solidFill>
                  <a:srgbClr val="F8FAFC"/>
                </a:solidFill>
              </a:defRPr>
            </a:lvl3pPr>
            <a:lvl4pPr algn="l">
              <a:defRPr sz="1650" b="1" i="0">
                <a:solidFill>
                  <a:srgbClr val="F8FAFC"/>
                </a:solidFill>
              </a:defRPr>
            </a:lvl4pPr>
            <a:lvl5pPr algn="l">
              <a:defRPr sz="1650" b="1" i="0">
                <a:solidFill>
                  <a:srgbClr val="F8FAFC"/>
                </a:solidFill>
              </a:defRPr>
            </a:lvl5pPr>
            <a:lvl6pPr algn="l">
              <a:defRPr sz="1650" b="1" i="0">
                <a:solidFill>
                  <a:srgbClr val="F8FAFC"/>
                </a:solidFill>
              </a:defRPr>
            </a:lvl6pPr>
            <a:lvl7pPr algn="l">
              <a:defRPr sz="1650" b="1" i="0">
                <a:solidFill>
                  <a:srgbClr val="F8FAFC"/>
                </a:solidFill>
              </a:defRPr>
            </a:lvl7pPr>
            <a:lvl8pPr algn="l">
              <a:defRPr sz="1650" b="1" i="0">
                <a:solidFill>
                  <a:srgbClr val="F8FAFC"/>
                </a:solidFill>
              </a:defRPr>
            </a:lvl8pPr>
            <a:lvl9pPr algn="l">
              <a:defRPr sz="1650" b="1" i="0">
                <a:solidFill>
                  <a:srgbClr val="F8FAFC"/>
                </a:solidFill>
              </a:defRPr>
            </a:lvl9pPr>
          </a:lstStyle>
          <a:p xmlns:a="http://schemas.openxmlformats.org/drawingml/2006/main">
            <a:pPr algn="l">
              <a:defRPr sz="1650" b="1" i="0">
                <a:solidFill>
                  <a:srgbClr val="F8FAFC"/>
                </a:solidFill>
              </a:defRPr>
            </a:pPr>
            <a:r>
              <a:rPr sz="1650" b="1" i="0">
                <a:solidFill>
                  <a:srgbClr val="F8FAFC"/>
                </a:solidFill>
              </a:rPr>
              <a:t>Explain</a:t>
            </a:r>
          </a:p>
        </p:txBody>
      </p:sp>
      <p:sp>
        <p:nvSpPr>
          <p:cNvPr id="19" name="">
            <a:extLst xmlns:a="http://schemas.openxmlformats.org/drawingml/2006/main">
              <a:ext uri="{FF2B5EF4-FFF2-40B4-BE49-F238E27FC236}">
                <a16:creationId xmlns:a16="http://schemas.microsoft.com/office/drawing/2014/main" id="{CA5B49A0-73A4-4599-AFF8-E1F8040380FB}"/>
              </a:ext>
            </a:extLst>
          </p:cNvPr>
          <p:cNvSpPr>
            <a:spLocks xmlns:a="http://schemas.openxmlformats.org/drawingml/2006/main" noGrp="1"/>
          </p:cNvSpPr>
          <p:nvPr/>
        </p:nvSpPr>
        <p:spPr>
          <a:xfrm xmlns:a="http://schemas.openxmlformats.org/drawingml/2006/main">
            <a:off x="8686800" y="46101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Show the evidence behind each result</a:t>
            </a:r>
          </a:p>
        </p:txBody>
      </p:sp>
      <p:sp>
        <p:nvSpPr>
          <p:cNvPr id="20" name="">
            <a:extLst xmlns:a="http://schemas.openxmlformats.org/drawingml/2006/main">
              <a:ext uri="{FF2B5EF4-FFF2-40B4-BE49-F238E27FC236}">
                <a16:creationId xmlns:a16="http://schemas.microsoft.com/office/drawing/2014/main" id="{C5ACF4A9-D609-450B-A49D-6B7D198FB166}"/>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21" name="">
            <a:extLst xmlns:a="http://schemas.openxmlformats.org/drawingml/2006/main">
              <a:ext uri="{FF2B5EF4-FFF2-40B4-BE49-F238E27FC236}">
                <a16:creationId xmlns:a16="http://schemas.microsoft.com/office/drawing/2014/main" id="{222EA266-C10F-4B77-AA6B-FEF56539AA6F}"/>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677625022"/>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A24B7A9-70E8-4B42-A486-A370460E0FE7}"/>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METHODOLOGY</a:t>
            </a:r>
          </a:p>
        </p:txBody>
      </p:sp>
      <p:sp>
        <p:nvSpPr>
          <p:cNvPr id="2" name="">
            <a:extLst xmlns:a="http://schemas.openxmlformats.org/drawingml/2006/main">
              <a:ext uri="{FF2B5EF4-FFF2-40B4-BE49-F238E27FC236}">
                <a16:creationId xmlns:a16="http://schemas.microsoft.com/office/drawing/2014/main" id="{00937E24-A471-4D98-9C03-45023B148861}"/>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How the empirical data was collected</a:t>
            </a:r>
          </a:p>
        </p:txBody>
      </p:sp>
      <p:sp>
        <p:nvSpPr>
          <p:cNvPr id="3" name="">
            <a:extLst xmlns:a="http://schemas.openxmlformats.org/drawingml/2006/main">
              <a:ext uri="{FF2B5EF4-FFF2-40B4-BE49-F238E27FC236}">
                <a16:creationId xmlns:a16="http://schemas.microsoft.com/office/drawing/2014/main" id="{5D62C920-627B-47B7-ABA1-45A2A045C148}"/>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03</a:t>
            </a:r>
          </a:p>
        </p:txBody>
      </p:sp>
      <p:sp>
        <p:nvSpPr>
          <p:cNvPr id="4" name="">
            <a:extLst xmlns:a="http://schemas.openxmlformats.org/drawingml/2006/main">
              <a:ext uri="{FF2B5EF4-FFF2-40B4-BE49-F238E27FC236}">
                <a16:creationId xmlns:a16="http://schemas.microsoft.com/office/drawing/2014/main" id="{CA29B24D-A978-4F25-BA97-C4B2080C1121}"/>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DDFCCC97-3DAE-4DD0-B914-2A3112CE633B}"/>
              </a:ext>
            </a:extLst>
          </p:cNvPr>
          <p:cNvSpPr>
            <a:spLocks xmlns:a="http://schemas.openxmlformats.org/drawingml/2006/main" noGrp="1"/>
          </p:cNvSpPr>
          <p:nvPr/>
        </p:nvSpPr>
        <p:spPr>
          <a:xfrm xmlns:a="http://schemas.openxmlformats.org/drawingml/2006/main">
            <a:off x="666750" y="1714500"/>
            <a:ext cx="3333750" cy="3429000"/>
          </a:xfrm>
          <a:prstGeom xmlns:a="http://schemas.openxmlformats.org/drawingml/2006/main" prst="roundRect">
            <a:avLst>
              <a:gd name="adj" fmla="val 4571"/>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23479A49-6AEE-4D3C-8B21-1E8DCDA06DED}"/>
              </a:ext>
            </a:extLst>
          </p:cNvPr>
          <p:cNvSpPr>
            <a:spLocks xmlns:a="http://schemas.openxmlformats.org/drawingml/2006/main" noGrp="1"/>
          </p:cNvSpPr>
          <p:nvPr/>
        </p:nvSpPr>
        <p:spPr>
          <a:xfrm xmlns:a="http://schemas.openxmlformats.org/drawingml/2006/main">
            <a:off x="933450" y="1952625"/>
            <a:ext cx="45720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2D3EE"/>
            </a:solidFill>
            <a:prstDash val="solid"/>
          </a:ln>
        </p:spPr>
      </p:sp>
      <p:sp>
        <p:nvSpPr>
          <p:cNvPr id="7" name="">
            <a:extLst xmlns:a="http://schemas.openxmlformats.org/drawingml/2006/main">
              <a:ext uri="{FF2B5EF4-FFF2-40B4-BE49-F238E27FC236}">
                <a16:creationId xmlns:a16="http://schemas.microsoft.com/office/drawing/2014/main" id="{044AC4CA-E0C7-4155-84DD-C87BEF1C277D}"/>
              </a:ext>
            </a:extLst>
          </p:cNvPr>
          <p:cNvSpPr>
            <a:spLocks xmlns:a="http://schemas.openxmlformats.org/drawingml/2006/main" noGrp="1"/>
          </p:cNvSpPr>
          <p:nvPr/>
        </p:nvSpPr>
        <p:spPr>
          <a:xfrm xmlns:a="http://schemas.openxmlformats.org/drawingml/2006/main">
            <a:off x="1028700" y="1981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2D3EE"/>
                </a:solidFill>
              </a:defRPr>
            </a:defPPr>
            <a:lvl1pPr algn="ctr">
              <a:defRPr sz="1050" b="1" i="0">
                <a:solidFill>
                  <a:srgbClr val="22D3EE"/>
                </a:solidFill>
              </a:defRPr>
            </a:lvl1pPr>
            <a:lvl2pPr algn="ctr">
              <a:defRPr sz="1050" b="1" i="0">
                <a:solidFill>
                  <a:srgbClr val="22D3EE"/>
                </a:solidFill>
              </a:defRPr>
            </a:lvl2pPr>
            <a:lvl3pPr algn="ctr">
              <a:defRPr sz="1050" b="1" i="0">
                <a:solidFill>
                  <a:srgbClr val="22D3EE"/>
                </a:solidFill>
              </a:defRPr>
            </a:lvl3pPr>
            <a:lvl4pPr algn="ctr">
              <a:defRPr sz="1050" b="1" i="0">
                <a:solidFill>
                  <a:srgbClr val="22D3EE"/>
                </a:solidFill>
              </a:defRPr>
            </a:lvl4pPr>
            <a:lvl5pPr algn="ctr">
              <a:defRPr sz="1050" b="1" i="0">
                <a:solidFill>
                  <a:srgbClr val="22D3EE"/>
                </a:solidFill>
              </a:defRPr>
            </a:lvl5pPr>
            <a:lvl6pPr algn="ctr">
              <a:defRPr sz="1050" b="1" i="0">
                <a:solidFill>
                  <a:srgbClr val="22D3EE"/>
                </a:solidFill>
              </a:defRPr>
            </a:lvl6pPr>
            <a:lvl7pPr algn="ctr">
              <a:defRPr sz="1050" b="1" i="0">
                <a:solidFill>
                  <a:srgbClr val="22D3EE"/>
                </a:solidFill>
              </a:defRPr>
            </a:lvl7pPr>
            <a:lvl8pPr algn="ctr">
              <a:defRPr sz="1050" b="1" i="0">
                <a:solidFill>
                  <a:srgbClr val="22D3EE"/>
                </a:solidFill>
              </a:defRPr>
            </a:lvl8pPr>
            <a:lvl9pPr algn="ctr">
              <a:defRPr sz="1050" b="1" i="0">
                <a:solidFill>
                  <a:srgbClr val="22D3EE"/>
                </a:solidFill>
              </a:defRPr>
            </a:lvl9pPr>
          </a:lstStyle>
          <a:p xmlns:a="http://schemas.openxmlformats.org/drawingml/2006/main">
            <a:pPr algn="ctr">
              <a:defRPr sz="1050" b="1" i="0">
                <a:solidFill>
                  <a:srgbClr val="22D3EE"/>
                </a:solidFill>
              </a:defRPr>
            </a:pPr>
            <a:r>
              <a:rPr sz="1050" b="1" i="0">
                <a:solidFill>
                  <a:srgbClr val="22D3EE"/>
                </a:solidFill>
              </a:rPr>
              <a:t>1</a:t>
            </a:r>
          </a:p>
        </p:txBody>
      </p:sp>
      <p:sp>
        <p:nvSpPr>
          <p:cNvPr id="8" name="">
            <a:extLst xmlns:a="http://schemas.openxmlformats.org/drawingml/2006/main">
              <a:ext uri="{FF2B5EF4-FFF2-40B4-BE49-F238E27FC236}">
                <a16:creationId xmlns:a16="http://schemas.microsoft.com/office/drawing/2014/main" id="{BC39B8D1-E0E9-4659-869A-21671B13A843}"/>
              </a:ext>
            </a:extLst>
          </p:cNvPr>
          <p:cNvSpPr>
            <a:spLocks xmlns:a="http://schemas.openxmlformats.org/drawingml/2006/main" noGrp="1"/>
          </p:cNvSpPr>
          <p:nvPr/>
        </p:nvSpPr>
        <p:spPr>
          <a:xfrm xmlns:a="http://schemas.openxmlformats.org/drawingml/2006/main">
            <a:off x="933450" y="25241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i="0">
                <a:solidFill>
                  <a:srgbClr val="F8FAFC"/>
                </a:solidFill>
              </a:defRPr>
            </a:defPPr>
            <a:lvl1pPr algn="l">
              <a:defRPr sz="2100" b="1" i="0">
                <a:solidFill>
                  <a:srgbClr val="F8FAFC"/>
                </a:solidFill>
              </a:defRPr>
            </a:lvl1pPr>
            <a:lvl2pPr algn="l">
              <a:defRPr sz="2100" b="1" i="0">
                <a:solidFill>
                  <a:srgbClr val="F8FAFC"/>
                </a:solidFill>
              </a:defRPr>
            </a:lvl2pPr>
            <a:lvl3pPr algn="l">
              <a:defRPr sz="2100" b="1" i="0">
                <a:solidFill>
                  <a:srgbClr val="F8FAFC"/>
                </a:solidFill>
              </a:defRPr>
            </a:lvl3pPr>
            <a:lvl4pPr algn="l">
              <a:defRPr sz="2100" b="1" i="0">
                <a:solidFill>
                  <a:srgbClr val="F8FAFC"/>
                </a:solidFill>
              </a:defRPr>
            </a:lvl4pPr>
            <a:lvl5pPr algn="l">
              <a:defRPr sz="2100" b="1" i="0">
                <a:solidFill>
                  <a:srgbClr val="F8FAFC"/>
                </a:solidFill>
              </a:defRPr>
            </a:lvl5pPr>
            <a:lvl6pPr algn="l">
              <a:defRPr sz="2100" b="1" i="0">
                <a:solidFill>
                  <a:srgbClr val="F8FAFC"/>
                </a:solidFill>
              </a:defRPr>
            </a:lvl6pPr>
            <a:lvl7pPr algn="l">
              <a:defRPr sz="2100" b="1" i="0">
                <a:solidFill>
                  <a:srgbClr val="F8FAFC"/>
                </a:solidFill>
              </a:defRPr>
            </a:lvl7pPr>
            <a:lvl8pPr algn="l">
              <a:defRPr sz="2100" b="1" i="0">
                <a:solidFill>
                  <a:srgbClr val="F8FAFC"/>
                </a:solidFill>
              </a:defRPr>
            </a:lvl8pPr>
            <a:lvl9pPr algn="l">
              <a:defRPr sz="2100" b="1" i="0">
                <a:solidFill>
                  <a:srgbClr val="F8FAFC"/>
                </a:solidFill>
              </a:defRPr>
            </a:lvl9pPr>
          </a:lstStyle>
          <a:p xmlns:a="http://schemas.openxmlformats.org/drawingml/2006/main">
            <a:pPr algn="l">
              <a:defRPr sz="2100" b="1" i="0">
                <a:solidFill>
                  <a:srgbClr val="F8FAFC"/>
                </a:solidFill>
              </a:defRPr>
            </a:pPr>
            <a:r>
              <a:rPr sz="2100" b="1" i="0">
                <a:solidFill>
                  <a:srgbClr val="F8FAFC"/>
                </a:solidFill>
              </a:rPr>
              <a:t>Capture</a:t>
            </a:r>
          </a:p>
        </p:txBody>
      </p:sp>
      <p:sp>
        <p:nvSpPr>
          <p:cNvPr id="9" name="">
            <a:extLst xmlns:a="http://schemas.openxmlformats.org/drawingml/2006/main">
              <a:ext uri="{FF2B5EF4-FFF2-40B4-BE49-F238E27FC236}">
                <a16:creationId xmlns:a16="http://schemas.microsoft.com/office/drawing/2014/main" id="{9472173B-12D2-48BA-8498-8FDB2B664052}"/>
              </a:ext>
            </a:extLst>
          </p:cNvPr>
          <p:cNvSpPr>
            <a:spLocks xmlns:a="http://schemas.openxmlformats.org/drawingml/2006/main" noGrp="1"/>
          </p:cNvSpPr>
          <p:nvPr/>
        </p:nvSpPr>
        <p:spPr>
          <a:xfrm xmlns:a="http://schemas.openxmlformats.org/drawingml/2006/main">
            <a:off x="933450" y="3143250"/>
            <a:ext cx="28003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i="0">
                <a:solidFill>
                  <a:srgbClr val="9AAAC0"/>
                </a:solidFill>
              </a:defRPr>
            </a:defPPr>
            <a:lvl1pPr algn="l">
              <a:defRPr sz="1500" b="0" i="0">
                <a:solidFill>
                  <a:srgbClr val="9AAAC0"/>
                </a:solidFill>
              </a:defRPr>
            </a:lvl1pPr>
            <a:lvl2pPr algn="l">
              <a:defRPr sz="1500" b="0" i="0">
                <a:solidFill>
                  <a:srgbClr val="9AAAC0"/>
                </a:solidFill>
              </a:defRPr>
            </a:lvl2pPr>
            <a:lvl3pPr algn="l">
              <a:defRPr sz="1500" b="0" i="0">
                <a:solidFill>
                  <a:srgbClr val="9AAAC0"/>
                </a:solidFill>
              </a:defRPr>
            </a:lvl3pPr>
            <a:lvl4pPr algn="l">
              <a:defRPr sz="1500" b="0" i="0">
                <a:solidFill>
                  <a:srgbClr val="9AAAC0"/>
                </a:solidFill>
              </a:defRPr>
            </a:lvl4pPr>
            <a:lvl5pPr algn="l">
              <a:defRPr sz="1500" b="0" i="0">
                <a:solidFill>
                  <a:srgbClr val="9AAAC0"/>
                </a:solidFill>
              </a:defRPr>
            </a:lvl5pPr>
            <a:lvl6pPr algn="l">
              <a:defRPr sz="1500" b="0" i="0">
                <a:solidFill>
                  <a:srgbClr val="9AAAC0"/>
                </a:solidFill>
              </a:defRPr>
            </a:lvl6pPr>
            <a:lvl7pPr algn="l">
              <a:defRPr sz="1500" b="0" i="0">
                <a:solidFill>
                  <a:srgbClr val="9AAAC0"/>
                </a:solidFill>
              </a:defRPr>
            </a:lvl7pPr>
            <a:lvl8pPr algn="l">
              <a:defRPr sz="1500" b="0" i="0">
                <a:solidFill>
                  <a:srgbClr val="9AAAC0"/>
                </a:solidFill>
              </a:defRPr>
            </a:lvl8pPr>
            <a:lvl9pPr algn="l">
              <a:defRPr sz="1500" b="0" i="0">
                <a:solidFill>
                  <a:srgbClr val="9AAAC0"/>
                </a:solidFill>
              </a:defRPr>
            </a:lvl9pPr>
          </a:lstStyle>
          <a:p xmlns:a="http://schemas.openxmlformats.org/drawingml/2006/main">
            <a:pPr algn="l">
              <a:defRPr sz="1500" b="0" i="0">
                <a:solidFill>
                  <a:srgbClr val="9AAAC0"/>
                </a:solidFill>
              </a:defRPr>
            </a:pPr>
            <a:r>
              <a:rPr sz="1500" b="0" i="0">
                <a:solidFill>
                  <a:srgbClr val="9AAAC0"/>
                </a:solidFill>
              </a:rPr>
              <a:t>HTTP Toolkit recorded decrypted application traffic as HAR files.</a:t>
            </a:r>
          </a:p>
        </p:txBody>
      </p:sp>
      <p:sp>
        <p:nvSpPr>
          <p:cNvPr id="10" name="">
            <a:extLst xmlns:a="http://schemas.openxmlformats.org/drawingml/2006/main">
              <a:ext uri="{FF2B5EF4-FFF2-40B4-BE49-F238E27FC236}">
                <a16:creationId xmlns:a16="http://schemas.microsoft.com/office/drawing/2014/main" id="{C34D7D51-AB05-4240-9CBC-B760433634D8}"/>
              </a:ext>
            </a:extLst>
          </p:cNvPr>
          <p:cNvSpPr>
            <a:spLocks xmlns:a="http://schemas.openxmlformats.org/drawingml/2006/main" noGrp="1"/>
          </p:cNvSpPr>
          <p:nvPr/>
        </p:nvSpPr>
        <p:spPr>
          <a:xfrm xmlns:a="http://schemas.openxmlformats.org/drawingml/2006/main">
            <a:off x="4305300" y="1714500"/>
            <a:ext cx="3333750" cy="3429000"/>
          </a:xfrm>
          <a:prstGeom xmlns:a="http://schemas.openxmlformats.org/drawingml/2006/main" prst="roundRect">
            <a:avLst>
              <a:gd name="adj" fmla="val 4571"/>
            </a:avLst>
          </a:prstGeom>
          <a:solidFill xmlns:a="http://schemas.openxmlformats.org/drawingml/2006/main">
            <a:srgbClr val="0F1C2E"/>
          </a:solidFill>
          <a:ln xmlns:a="http://schemas.openxmlformats.org/drawingml/2006/main" w="9525">
            <a:solidFill>
              <a:srgbClr val="26364D"/>
            </a:solidFill>
            <a:prstDash val="solid"/>
          </a:ln>
        </p:spPr>
      </p:sp>
      <p:sp>
        <p:nvSpPr>
          <p:cNvPr id="11" name="">
            <a:extLst xmlns:a="http://schemas.openxmlformats.org/drawingml/2006/main">
              <a:ext uri="{FF2B5EF4-FFF2-40B4-BE49-F238E27FC236}">
                <a16:creationId xmlns:a16="http://schemas.microsoft.com/office/drawing/2014/main" id="{61EE5318-8BAB-43E8-B149-D807933E28A7}"/>
              </a:ext>
            </a:extLst>
          </p:cNvPr>
          <p:cNvSpPr>
            <a:spLocks xmlns:a="http://schemas.openxmlformats.org/drawingml/2006/main" noGrp="1"/>
          </p:cNvSpPr>
          <p:nvPr/>
        </p:nvSpPr>
        <p:spPr>
          <a:xfrm xmlns:a="http://schemas.openxmlformats.org/drawingml/2006/main">
            <a:off x="4572000" y="1952625"/>
            <a:ext cx="45720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12" name="">
            <a:extLst xmlns:a="http://schemas.openxmlformats.org/drawingml/2006/main">
              <a:ext uri="{FF2B5EF4-FFF2-40B4-BE49-F238E27FC236}">
                <a16:creationId xmlns:a16="http://schemas.microsoft.com/office/drawing/2014/main" id="{81F1B928-1572-4F87-9A50-8F9916501032}"/>
              </a:ext>
            </a:extLst>
          </p:cNvPr>
          <p:cNvSpPr>
            <a:spLocks xmlns:a="http://schemas.openxmlformats.org/drawingml/2006/main" noGrp="1"/>
          </p:cNvSpPr>
          <p:nvPr/>
        </p:nvSpPr>
        <p:spPr>
          <a:xfrm xmlns:a="http://schemas.openxmlformats.org/drawingml/2006/main">
            <a:off x="4667250" y="1981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2</a:t>
            </a:r>
          </a:p>
        </p:txBody>
      </p:sp>
      <p:sp>
        <p:nvSpPr>
          <p:cNvPr id="13" name="">
            <a:extLst xmlns:a="http://schemas.openxmlformats.org/drawingml/2006/main">
              <a:ext uri="{FF2B5EF4-FFF2-40B4-BE49-F238E27FC236}">
                <a16:creationId xmlns:a16="http://schemas.microsoft.com/office/drawing/2014/main" id="{10D2F52B-7AF0-47F1-9205-AE8106A55677}"/>
              </a:ext>
            </a:extLst>
          </p:cNvPr>
          <p:cNvSpPr>
            <a:spLocks xmlns:a="http://schemas.openxmlformats.org/drawingml/2006/main" noGrp="1"/>
          </p:cNvSpPr>
          <p:nvPr/>
        </p:nvSpPr>
        <p:spPr>
          <a:xfrm xmlns:a="http://schemas.openxmlformats.org/drawingml/2006/main">
            <a:off x="4572000" y="25241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i="0">
                <a:solidFill>
                  <a:srgbClr val="F8FAFC"/>
                </a:solidFill>
              </a:defRPr>
            </a:defPPr>
            <a:lvl1pPr algn="l">
              <a:defRPr sz="2100" b="1" i="0">
                <a:solidFill>
                  <a:srgbClr val="F8FAFC"/>
                </a:solidFill>
              </a:defRPr>
            </a:lvl1pPr>
            <a:lvl2pPr algn="l">
              <a:defRPr sz="2100" b="1" i="0">
                <a:solidFill>
                  <a:srgbClr val="F8FAFC"/>
                </a:solidFill>
              </a:defRPr>
            </a:lvl2pPr>
            <a:lvl3pPr algn="l">
              <a:defRPr sz="2100" b="1" i="0">
                <a:solidFill>
                  <a:srgbClr val="F8FAFC"/>
                </a:solidFill>
              </a:defRPr>
            </a:lvl3pPr>
            <a:lvl4pPr algn="l">
              <a:defRPr sz="2100" b="1" i="0">
                <a:solidFill>
                  <a:srgbClr val="F8FAFC"/>
                </a:solidFill>
              </a:defRPr>
            </a:lvl4pPr>
            <a:lvl5pPr algn="l">
              <a:defRPr sz="2100" b="1" i="0">
                <a:solidFill>
                  <a:srgbClr val="F8FAFC"/>
                </a:solidFill>
              </a:defRPr>
            </a:lvl5pPr>
            <a:lvl6pPr algn="l">
              <a:defRPr sz="2100" b="1" i="0">
                <a:solidFill>
                  <a:srgbClr val="F8FAFC"/>
                </a:solidFill>
              </a:defRPr>
            </a:lvl6pPr>
            <a:lvl7pPr algn="l">
              <a:defRPr sz="2100" b="1" i="0">
                <a:solidFill>
                  <a:srgbClr val="F8FAFC"/>
                </a:solidFill>
              </a:defRPr>
            </a:lvl7pPr>
            <a:lvl8pPr algn="l">
              <a:defRPr sz="2100" b="1" i="0">
                <a:solidFill>
                  <a:srgbClr val="F8FAFC"/>
                </a:solidFill>
              </a:defRPr>
            </a:lvl8pPr>
            <a:lvl9pPr algn="l">
              <a:defRPr sz="2100" b="1" i="0">
                <a:solidFill>
                  <a:srgbClr val="F8FAFC"/>
                </a:solidFill>
              </a:defRPr>
            </a:lvl9pPr>
          </a:lstStyle>
          <a:p xmlns:a="http://schemas.openxmlformats.org/drawingml/2006/main">
            <a:pPr algn="l">
              <a:defRPr sz="2100" b="1" i="0">
                <a:solidFill>
                  <a:srgbClr val="F8FAFC"/>
                </a:solidFill>
              </a:defRPr>
            </a:pPr>
            <a:r>
              <a:rPr sz="2100" b="1" i="0">
                <a:solidFill>
                  <a:srgbClr val="F8FAFC"/>
                </a:solidFill>
              </a:rPr>
              <a:t>Exercise the app</a:t>
            </a:r>
          </a:p>
        </p:txBody>
      </p:sp>
      <p:sp>
        <p:nvSpPr>
          <p:cNvPr id="14" name="">
            <a:extLst xmlns:a="http://schemas.openxmlformats.org/drawingml/2006/main">
              <a:ext uri="{FF2B5EF4-FFF2-40B4-BE49-F238E27FC236}">
                <a16:creationId xmlns:a16="http://schemas.microsoft.com/office/drawing/2014/main" id="{EA906DDA-E7EC-49A1-B864-A0FB60874B3E}"/>
              </a:ext>
            </a:extLst>
          </p:cNvPr>
          <p:cNvSpPr>
            <a:spLocks xmlns:a="http://schemas.openxmlformats.org/drawingml/2006/main" noGrp="1"/>
          </p:cNvSpPr>
          <p:nvPr/>
        </p:nvSpPr>
        <p:spPr>
          <a:xfrm xmlns:a="http://schemas.openxmlformats.org/drawingml/2006/main">
            <a:off x="4572000" y="3143250"/>
            <a:ext cx="28003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i="0">
                <a:solidFill>
                  <a:srgbClr val="9AAAC0"/>
                </a:solidFill>
              </a:defRPr>
            </a:defPPr>
            <a:lvl1pPr algn="l">
              <a:defRPr sz="1500" b="0" i="0">
                <a:solidFill>
                  <a:srgbClr val="9AAAC0"/>
                </a:solidFill>
              </a:defRPr>
            </a:lvl1pPr>
            <a:lvl2pPr algn="l">
              <a:defRPr sz="1500" b="0" i="0">
                <a:solidFill>
                  <a:srgbClr val="9AAAC0"/>
                </a:solidFill>
              </a:defRPr>
            </a:lvl2pPr>
            <a:lvl3pPr algn="l">
              <a:defRPr sz="1500" b="0" i="0">
                <a:solidFill>
                  <a:srgbClr val="9AAAC0"/>
                </a:solidFill>
              </a:defRPr>
            </a:lvl3pPr>
            <a:lvl4pPr algn="l">
              <a:defRPr sz="1500" b="0" i="0">
                <a:solidFill>
                  <a:srgbClr val="9AAAC0"/>
                </a:solidFill>
              </a:defRPr>
            </a:lvl4pPr>
            <a:lvl5pPr algn="l">
              <a:defRPr sz="1500" b="0" i="0">
                <a:solidFill>
                  <a:srgbClr val="9AAAC0"/>
                </a:solidFill>
              </a:defRPr>
            </a:lvl5pPr>
            <a:lvl6pPr algn="l">
              <a:defRPr sz="1500" b="0" i="0">
                <a:solidFill>
                  <a:srgbClr val="9AAAC0"/>
                </a:solidFill>
              </a:defRPr>
            </a:lvl6pPr>
            <a:lvl7pPr algn="l">
              <a:defRPr sz="1500" b="0" i="0">
                <a:solidFill>
                  <a:srgbClr val="9AAAC0"/>
                </a:solidFill>
              </a:defRPr>
            </a:lvl7pPr>
            <a:lvl8pPr algn="l">
              <a:defRPr sz="1500" b="0" i="0">
                <a:solidFill>
                  <a:srgbClr val="9AAAC0"/>
                </a:solidFill>
              </a:defRPr>
            </a:lvl8pPr>
            <a:lvl9pPr algn="l">
              <a:defRPr sz="1500" b="0" i="0">
                <a:solidFill>
                  <a:srgbClr val="9AAAC0"/>
                </a:solidFill>
              </a:defRPr>
            </a:lvl9pPr>
          </a:lstStyle>
          <a:p xmlns:a="http://schemas.openxmlformats.org/drawingml/2006/main">
            <a:pPr algn="l">
              <a:defRPr sz="1500" b="0" i="0">
                <a:solidFill>
                  <a:srgbClr val="9AAAC0"/>
                </a:solidFill>
              </a:defRPr>
            </a:pPr>
            <a:r>
              <a:rPr sz="1500" b="0" i="0">
                <a:solidFill>
                  <a:srgbClr val="9AAAC0"/>
                </a:solidFill>
              </a:rPr>
              <a:t>Login, search, location, profile and other available features were used manually.</a:t>
            </a:r>
          </a:p>
        </p:txBody>
      </p:sp>
      <p:sp>
        <p:nvSpPr>
          <p:cNvPr id="15" name="">
            <a:extLst xmlns:a="http://schemas.openxmlformats.org/drawingml/2006/main">
              <a:ext uri="{FF2B5EF4-FFF2-40B4-BE49-F238E27FC236}">
                <a16:creationId xmlns:a16="http://schemas.microsoft.com/office/drawing/2014/main" id="{6796AD6B-1900-41F8-BA5E-B8E12F8A7F51}"/>
              </a:ext>
            </a:extLst>
          </p:cNvPr>
          <p:cNvSpPr>
            <a:spLocks xmlns:a="http://schemas.openxmlformats.org/drawingml/2006/main" noGrp="1"/>
          </p:cNvSpPr>
          <p:nvPr/>
        </p:nvSpPr>
        <p:spPr>
          <a:xfrm xmlns:a="http://schemas.openxmlformats.org/drawingml/2006/main">
            <a:off x="7943850" y="1714500"/>
            <a:ext cx="3333750" cy="3429000"/>
          </a:xfrm>
          <a:prstGeom xmlns:a="http://schemas.openxmlformats.org/drawingml/2006/main" prst="roundRect">
            <a:avLst>
              <a:gd name="adj" fmla="val 4571"/>
            </a:avLst>
          </a:prstGeom>
          <a:solidFill xmlns:a="http://schemas.openxmlformats.org/drawingml/2006/main">
            <a:srgbClr val="0F1C2E"/>
          </a:solidFill>
          <a:ln xmlns:a="http://schemas.openxmlformats.org/drawingml/2006/main" w="9525">
            <a:solidFill>
              <a:srgbClr val="26364D"/>
            </a:solidFill>
            <a:prstDash val="solid"/>
          </a:ln>
        </p:spPr>
      </p:sp>
      <p:sp>
        <p:nvSpPr>
          <p:cNvPr id="16" name="">
            <a:extLst xmlns:a="http://schemas.openxmlformats.org/drawingml/2006/main">
              <a:ext uri="{FF2B5EF4-FFF2-40B4-BE49-F238E27FC236}">
                <a16:creationId xmlns:a16="http://schemas.microsoft.com/office/drawing/2014/main" id="{155A1663-D465-446D-9160-580921FEC88D}"/>
              </a:ext>
            </a:extLst>
          </p:cNvPr>
          <p:cNvSpPr>
            <a:spLocks xmlns:a="http://schemas.openxmlformats.org/drawingml/2006/main" noGrp="1"/>
          </p:cNvSpPr>
          <p:nvPr/>
        </p:nvSpPr>
        <p:spPr>
          <a:xfrm xmlns:a="http://schemas.openxmlformats.org/drawingml/2006/main">
            <a:off x="8210550" y="1952625"/>
            <a:ext cx="45720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A78BFA"/>
            </a:solidFill>
            <a:prstDash val="solid"/>
          </a:ln>
        </p:spPr>
      </p:sp>
      <p:sp>
        <p:nvSpPr>
          <p:cNvPr id="17" name="">
            <a:extLst xmlns:a="http://schemas.openxmlformats.org/drawingml/2006/main">
              <a:ext uri="{FF2B5EF4-FFF2-40B4-BE49-F238E27FC236}">
                <a16:creationId xmlns:a16="http://schemas.microsoft.com/office/drawing/2014/main" id="{32482A41-B1AA-40D7-9735-83811DBC7284}"/>
              </a:ext>
            </a:extLst>
          </p:cNvPr>
          <p:cNvSpPr>
            <a:spLocks xmlns:a="http://schemas.openxmlformats.org/drawingml/2006/main" noGrp="1"/>
          </p:cNvSpPr>
          <p:nvPr/>
        </p:nvSpPr>
        <p:spPr>
          <a:xfrm xmlns:a="http://schemas.openxmlformats.org/drawingml/2006/main">
            <a:off x="8305800" y="1981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A78BFA"/>
                </a:solidFill>
              </a:defRPr>
            </a:defPPr>
            <a:lvl1pPr algn="ctr">
              <a:defRPr sz="1050" b="1" i="0">
                <a:solidFill>
                  <a:srgbClr val="A78BFA"/>
                </a:solidFill>
              </a:defRPr>
            </a:lvl1pPr>
            <a:lvl2pPr algn="ctr">
              <a:defRPr sz="1050" b="1" i="0">
                <a:solidFill>
                  <a:srgbClr val="A78BFA"/>
                </a:solidFill>
              </a:defRPr>
            </a:lvl2pPr>
            <a:lvl3pPr algn="ctr">
              <a:defRPr sz="1050" b="1" i="0">
                <a:solidFill>
                  <a:srgbClr val="A78BFA"/>
                </a:solidFill>
              </a:defRPr>
            </a:lvl3pPr>
            <a:lvl4pPr algn="ctr">
              <a:defRPr sz="1050" b="1" i="0">
                <a:solidFill>
                  <a:srgbClr val="A78BFA"/>
                </a:solidFill>
              </a:defRPr>
            </a:lvl4pPr>
            <a:lvl5pPr algn="ctr">
              <a:defRPr sz="1050" b="1" i="0">
                <a:solidFill>
                  <a:srgbClr val="A78BFA"/>
                </a:solidFill>
              </a:defRPr>
            </a:lvl5pPr>
            <a:lvl6pPr algn="ctr">
              <a:defRPr sz="1050" b="1" i="0">
                <a:solidFill>
                  <a:srgbClr val="A78BFA"/>
                </a:solidFill>
              </a:defRPr>
            </a:lvl6pPr>
            <a:lvl7pPr algn="ctr">
              <a:defRPr sz="1050" b="1" i="0">
                <a:solidFill>
                  <a:srgbClr val="A78BFA"/>
                </a:solidFill>
              </a:defRPr>
            </a:lvl7pPr>
            <a:lvl8pPr algn="ctr">
              <a:defRPr sz="1050" b="1" i="0">
                <a:solidFill>
                  <a:srgbClr val="A78BFA"/>
                </a:solidFill>
              </a:defRPr>
            </a:lvl8pPr>
            <a:lvl9pPr algn="ctr">
              <a:defRPr sz="1050" b="1" i="0">
                <a:solidFill>
                  <a:srgbClr val="A78BFA"/>
                </a:solidFill>
              </a:defRPr>
            </a:lvl9pPr>
          </a:lstStyle>
          <a:p xmlns:a="http://schemas.openxmlformats.org/drawingml/2006/main">
            <a:pPr algn="ctr">
              <a:defRPr sz="1050" b="1" i="0">
                <a:solidFill>
                  <a:srgbClr val="A78BFA"/>
                </a:solidFill>
              </a:defRPr>
            </a:pPr>
            <a:r>
              <a:rPr sz="1050" b="1" i="0">
                <a:solidFill>
                  <a:srgbClr val="A78BFA"/>
                </a:solidFill>
              </a:rPr>
              <a:t>3</a:t>
            </a:r>
          </a:p>
        </p:txBody>
      </p:sp>
      <p:sp>
        <p:nvSpPr>
          <p:cNvPr id="18" name="">
            <a:extLst xmlns:a="http://schemas.openxmlformats.org/drawingml/2006/main">
              <a:ext uri="{FF2B5EF4-FFF2-40B4-BE49-F238E27FC236}">
                <a16:creationId xmlns:a16="http://schemas.microsoft.com/office/drawing/2014/main" id="{B99196EE-5C8C-45D9-A43F-EF92EADD5EFB}"/>
              </a:ext>
            </a:extLst>
          </p:cNvPr>
          <p:cNvSpPr>
            <a:spLocks xmlns:a="http://schemas.openxmlformats.org/drawingml/2006/main" noGrp="1"/>
          </p:cNvSpPr>
          <p:nvPr/>
        </p:nvSpPr>
        <p:spPr>
          <a:xfrm xmlns:a="http://schemas.openxmlformats.org/drawingml/2006/main">
            <a:off x="8210550" y="25241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i="0">
                <a:solidFill>
                  <a:srgbClr val="F8FAFC"/>
                </a:solidFill>
              </a:defRPr>
            </a:defPPr>
            <a:lvl1pPr algn="l">
              <a:defRPr sz="2100" b="1" i="0">
                <a:solidFill>
                  <a:srgbClr val="F8FAFC"/>
                </a:solidFill>
              </a:defRPr>
            </a:lvl1pPr>
            <a:lvl2pPr algn="l">
              <a:defRPr sz="2100" b="1" i="0">
                <a:solidFill>
                  <a:srgbClr val="F8FAFC"/>
                </a:solidFill>
              </a:defRPr>
            </a:lvl2pPr>
            <a:lvl3pPr algn="l">
              <a:defRPr sz="2100" b="1" i="0">
                <a:solidFill>
                  <a:srgbClr val="F8FAFC"/>
                </a:solidFill>
              </a:defRPr>
            </a:lvl3pPr>
            <a:lvl4pPr algn="l">
              <a:defRPr sz="2100" b="1" i="0">
                <a:solidFill>
                  <a:srgbClr val="F8FAFC"/>
                </a:solidFill>
              </a:defRPr>
            </a:lvl4pPr>
            <a:lvl5pPr algn="l">
              <a:defRPr sz="2100" b="1" i="0">
                <a:solidFill>
                  <a:srgbClr val="F8FAFC"/>
                </a:solidFill>
              </a:defRPr>
            </a:lvl5pPr>
            <a:lvl6pPr algn="l">
              <a:defRPr sz="2100" b="1" i="0">
                <a:solidFill>
                  <a:srgbClr val="F8FAFC"/>
                </a:solidFill>
              </a:defRPr>
            </a:lvl6pPr>
            <a:lvl7pPr algn="l">
              <a:defRPr sz="2100" b="1" i="0">
                <a:solidFill>
                  <a:srgbClr val="F8FAFC"/>
                </a:solidFill>
              </a:defRPr>
            </a:lvl7pPr>
            <a:lvl8pPr algn="l">
              <a:defRPr sz="2100" b="1" i="0">
                <a:solidFill>
                  <a:srgbClr val="F8FAFC"/>
                </a:solidFill>
              </a:defRPr>
            </a:lvl8pPr>
            <a:lvl9pPr algn="l">
              <a:defRPr sz="2100" b="1" i="0">
                <a:solidFill>
                  <a:srgbClr val="F8FAFC"/>
                </a:solidFill>
              </a:defRPr>
            </a:lvl9pPr>
          </a:lstStyle>
          <a:p xmlns:a="http://schemas.openxmlformats.org/drawingml/2006/main">
            <a:pPr algn="l">
              <a:defRPr sz="2100" b="1" i="0">
                <a:solidFill>
                  <a:srgbClr val="F8FAFC"/>
                </a:solidFill>
              </a:defRPr>
            </a:pPr>
            <a:r>
              <a:rPr sz="2100" b="1" i="0">
                <a:solidFill>
                  <a:srgbClr val="F8FAFC"/>
                </a:solidFill>
              </a:rPr>
              <a:t>Review policy</a:t>
            </a:r>
          </a:p>
        </p:txBody>
      </p:sp>
      <p:sp>
        <p:nvSpPr>
          <p:cNvPr id="19" name="">
            <a:extLst xmlns:a="http://schemas.openxmlformats.org/drawingml/2006/main">
              <a:ext uri="{FF2B5EF4-FFF2-40B4-BE49-F238E27FC236}">
                <a16:creationId xmlns:a16="http://schemas.microsoft.com/office/drawing/2014/main" id="{2137E4E5-0213-4099-8A8F-B055231DFD82}"/>
              </a:ext>
            </a:extLst>
          </p:cNvPr>
          <p:cNvSpPr>
            <a:spLocks xmlns:a="http://schemas.openxmlformats.org/drawingml/2006/main" noGrp="1"/>
          </p:cNvSpPr>
          <p:nvPr/>
        </p:nvSpPr>
        <p:spPr>
          <a:xfrm xmlns:a="http://schemas.openxmlformats.org/drawingml/2006/main">
            <a:off x="8210550" y="3143250"/>
            <a:ext cx="28003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i="0">
                <a:solidFill>
                  <a:srgbClr val="9AAAC0"/>
                </a:solidFill>
              </a:defRPr>
            </a:defPPr>
            <a:lvl1pPr algn="l">
              <a:defRPr sz="1500" b="0" i="0">
                <a:solidFill>
                  <a:srgbClr val="9AAAC0"/>
                </a:solidFill>
              </a:defRPr>
            </a:lvl1pPr>
            <a:lvl2pPr algn="l">
              <a:defRPr sz="1500" b="0" i="0">
                <a:solidFill>
                  <a:srgbClr val="9AAAC0"/>
                </a:solidFill>
              </a:defRPr>
            </a:lvl2pPr>
            <a:lvl3pPr algn="l">
              <a:defRPr sz="1500" b="0" i="0">
                <a:solidFill>
                  <a:srgbClr val="9AAAC0"/>
                </a:solidFill>
              </a:defRPr>
            </a:lvl3pPr>
            <a:lvl4pPr algn="l">
              <a:defRPr sz="1500" b="0" i="0">
                <a:solidFill>
                  <a:srgbClr val="9AAAC0"/>
                </a:solidFill>
              </a:defRPr>
            </a:lvl4pPr>
            <a:lvl5pPr algn="l">
              <a:defRPr sz="1500" b="0" i="0">
                <a:solidFill>
                  <a:srgbClr val="9AAAC0"/>
                </a:solidFill>
              </a:defRPr>
            </a:lvl5pPr>
            <a:lvl6pPr algn="l">
              <a:defRPr sz="1500" b="0" i="0">
                <a:solidFill>
                  <a:srgbClr val="9AAAC0"/>
                </a:solidFill>
              </a:defRPr>
            </a:lvl6pPr>
            <a:lvl7pPr algn="l">
              <a:defRPr sz="1500" b="0" i="0">
                <a:solidFill>
                  <a:srgbClr val="9AAAC0"/>
                </a:solidFill>
              </a:defRPr>
            </a:lvl7pPr>
            <a:lvl8pPr algn="l">
              <a:defRPr sz="1500" b="0" i="0">
                <a:solidFill>
                  <a:srgbClr val="9AAAC0"/>
                </a:solidFill>
              </a:defRPr>
            </a:lvl8pPr>
            <a:lvl9pPr algn="l">
              <a:defRPr sz="1500" b="0" i="0">
                <a:solidFill>
                  <a:srgbClr val="9AAAC0"/>
                </a:solidFill>
              </a:defRPr>
            </a:lvl9pPr>
          </a:lstStyle>
          <a:p xmlns:a="http://schemas.openxmlformats.org/drawingml/2006/main">
            <a:pPr algn="l">
              <a:defRPr sz="1500" b="0" i="0">
                <a:solidFill>
                  <a:srgbClr val="9AAAC0"/>
                </a:solidFill>
              </a:defRPr>
            </a:pPr>
            <a:r>
              <a:rPr sz="1500" b="0" i="0">
                <a:solidFill>
                  <a:srgbClr val="9AAAC0"/>
                </a:solidFill>
              </a:rPr>
              <a:t>Official privacy policy pages were converted into structured information-type evidence.</a:t>
            </a:r>
          </a:p>
        </p:txBody>
      </p:sp>
      <p:sp>
        <p:nvSpPr>
          <p:cNvPr id="20" name="">
            <a:extLst xmlns:a="http://schemas.openxmlformats.org/drawingml/2006/main">
              <a:ext uri="{FF2B5EF4-FFF2-40B4-BE49-F238E27FC236}">
                <a16:creationId xmlns:a16="http://schemas.microsoft.com/office/drawing/2014/main" id="{B71C408E-E99C-4918-83DD-226CAB502FE7}"/>
              </a:ext>
            </a:extLst>
          </p:cNvPr>
          <p:cNvSpPr>
            <a:spLocks xmlns:a="http://schemas.openxmlformats.org/drawingml/2006/main" noGrp="1"/>
          </p:cNvSpPr>
          <p:nvPr/>
        </p:nvSpPr>
        <p:spPr>
          <a:xfrm xmlns:a="http://schemas.openxmlformats.org/drawingml/2006/main">
            <a:off x="1381125" y="5543550"/>
            <a:ext cx="23812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2D3EE"/>
            </a:solidFill>
            <a:prstDash val="solid"/>
          </a:ln>
        </p:spPr>
      </p:sp>
      <p:sp>
        <p:nvSpPr>
          <p:cNvPr id="21" name="">
            <a:extLst xmlns:a="http://schemas.openxmlformats.org/drawingml/2006/main">
              <a:ext uri="{FF2B5EF4-FFF2-40B4-BE49-F238E27FC236}">
                <a16:creationId xmlns:a16="http://schemas.microsoft.com/office/drawing/2014/main" id="{7637DEB4-3A00-454C-893D-A2E1F7DB6B06}"/>
              </a:ext>
            </a:extLst>
          </p:cNvPr>
          <p:cNvSpPr>
            <a:spLocks xmlns:a="http://schemas.openxmlformats.org/drawingml/2006/main" noGrp="1"/>
          </p:cNvSpPr>
          <p:nvPr/>
        </p:nvSpPr>
        <p:spPr>
          <a:xfrm xmlns:a="http://schemas.openxmlformats.org/drawingml/2006/main">
            <a:off x="1476375" y="55721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2D3EE"/>
                </a:solidFill>
              </a:defRPr>
            </a:defPPr>
            <a:lvl1pPr algn="ctr">
              <a:defRPr sz="1050" b="1" i="0">
                <a:solidFill>
                  <a:srgbClr val="22D3EE"/>
                </a:solidFill>
              </a:defRPr>
            </a:lvl1pPr>
            <a:lvl2pPr algn="ctr">
              <a:defRPr sz="1050" b="1" i="0">
                <a:solidFill>
                  <a:srgbClr val="22D3EE"/>
                </a:solidFill>
              </a:defRPr>
            </a:lvl2pPr>
            <a:lvl3pPr algn="ctr">
              <a:defRPr sz="1050" b="1" i="0">
                <a:solidFill>
                  <a:srgbClr val="22D3EE"/>
                </a:solidFill>
              </a:defRPr>
            </a:lvl3pPr>
            <a:lvl4pPr algn="ctr">
              <a:defRPr sz="1050" b="1" i="0">
                <a:solidFill>
                  <a:srgbClr val="22D3EE"/>
                </a:solidFill>
              </a:defRPr>
            </a:lvl4pPr>
            <a:lvl5pPr algn="ctr">
              <a:defRPr sz="1050" b="1" i="0">
                <a:solidFill>
                  <a:srgbClr val="22D3EE"/>
                </a:solidFill>
              </a:defRPr>
            </a:lvl5pPr>
            <a:lvl6pPr algn="ctr">
              <a:defRPr sz="1050" b="1" i="0">
                <a:solidFill>
                  <a:srgbClr val="22D3EE"/>
                </a:solidFill>
              </a:defRPr>
            </a:lvl6pPr>
            <a:lvl7pPr algn="ctr">
              <a:defRPr sz="1050" b="1" i="0">
                <a:solidFill>
                  <a:srgbClr val="22D3EE"/>
                </a:solidFill>
              </a:defRPr>
            </a:lvl7pPr>
            <a:lvl8pPr algn="ctr">
              <a:defRPr sz="1050" b="1" i="0">
                <a:solidFill>
                  <a:srgbClr val="22D3EE"/>
                </a:solidFill>
              </a:defRPr>
            </a:lvl8pPr>
            <a:lvl9pPr algn="ctr">
              <a:defRPr sz="1050" b="1" i="0">
                <a:solidFill>
                  <a:srgbClr val="22D3EE"/>
                </a:solidFill>
              </a:defRPr>
            </a:lvl9pPr>
          </a:lstStyle>
          <a:p xmlns:a="http://schemas.openxmlformats.org/drawingml/2006/main">
            <a:pPr algn="ctr">
              <a:defRPr sz="1050" b="1" i="0">
                <a:solidFill>
                  <a:srgbClr val="22D3EE"/>
                </a:solidFill>
              </a:defRPr>
            </a:pPr>
            <a:r>
              <a:rPr sz="1050" b="1" i="0">
                <a:solidFill>
                  <a:srgbClr val="22D3EE"/>
                </a:solidFill>
              </a:rPr>
              <a:t>30 popular applications</a:t>
            </a:r>
          </a:p>
        </p:txBody>
      </p:sp>
      <p:sp>
        <p:nvSpPr>
          <p:cNvPr id="22" name="">
            <a:extLst xmlns:a="http://schemas.openxmlformats.org/drawingml/2006/main">
              <a:ext uri="{FF2B5EF4-FFF2-40B4-BE49-F238E27FC236}">
                <a16:creationId xmlns:a16="http://schemas.microsoft.com/office/drawing/2014/main" id="{5D08300A-2A14-458B-B6B5-BDD7B848777C}"/>
              </a:ext>
            </a:extLst>
          </p:cNvPr>
          <p:cNvSpPr>
            <a:spLocks xmlns:a="http://schemas.openxmlformats.org/drawingml/2006/main" noGrp="1"/>
          </p:cNvSpPr>
          <p:nvPr/>
        </p:nvSpPr>
        <p:spPr>
          <a:xfrm xmlns:a="http://schemas.openxmlformats.org/drawingml/2006/main">
            <a:off x="4905375" y="5543550"/>
            <a:ext cx="23812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23" name="">
            <a:extLst xmlns:a="http://schemas.openxmlformats.org/drawingml/2006/main">
              <a:ext uri="{FF2B5EF4-FFF2-40B4-BE49-F238E27FC236}">
                <a16:creationId xmlns:a16="http://schemas.microsoft.com/office/drawing/2014/main" id="{579FC67D-FE7C-4074-84D6-78098A0955E4}"/>
              </a:ext>
            </a:extLst>
          </p:cNvPr>
          <p:cNvSpPr>
            <a:spLocks xmlns:a="http://schemas.openxmlformats.org/drawingml/2006/main" noGrp="1"/>
          </p:cNvSpPr>
          <p:nvPr/>
        </p:nvSpPr>
        <p:spPr>
          <a:xfrm xmlns:a="http://schemas.openxmlformats.org/drawingml/2006/main">
            <a:off x="5000625" y="55721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Controlled environment</a:t>
            </a:r>
          </a:p>
        </p:txBody>
      </p:sp>
      <p:sp>
        <p:nvSpPr>
          <p:cNvPr id="24" name="">
            <a:extLst xmlns:a="http://schemas.openxmlformats.org/drawingml/2006/main">
              <a:ext uri="{FF2B5EF4-FFF2-40B4-BE49-F238E27FC236}">
                <a16:creationId xmlns:a16="http://schemas.microsoft.com/office/drawing/2014/main" id="{4910940B-CBC4-4FC4-B818-8534D2C9E986}"/>
              </a:ext>
            </a:extLst>
          </p:cNvPr>
          <p:cNvSpPr>
            <a:spLocks xmlns:a="http://schemas.openxmlformats.org/drawingml/2006/main" noGrp="1"/>
          </p:cNvSpPr>
          <p:nvPr/>
        </p:nvSpPr>
        <p:spPr>
          <a:xfrm xmlns:a="http://schemas.openxmlformats.org/drawingml/2006/main">
            <a:off x="8429625" y="5543550"/>
            <a:ext cx="23812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A78BFA"/>
            </a:solidFill>
            <a:prstDash val="solid"/>
          </a:ln>
        </p:spPr>
      </p:sp>
      <p:sp>
        <p:nvSpPr>
          <p:cNvPr id="25" name="">
            <a:extLst xmlns:a="http://schemas.openxmlformats.org/drawingml/2006/main">
              <a:ext uri="{FF2B5EF4-FFF2-40B4-BE49-F238E27FC236}">
                <a16:creationId xmlns:a16="http://schemas.microsoft.com/office/drawing/2014/main" id="{F1FC4A06-060E-4CEB-B778-BA47ED5AC693}"/>
              </a:ext>
            </a:extLst>
          </p:cNvPr>
          <p:cNvSpPr>
            <a:spLocks xmlns:a="http://schemas.openxmlformats.org/drawingml/2006/main" noGrp="1"/>
          </p:cNvSpPr>
          <p:nvPr/>
        </p:nvSpPr>
        <p:spPr>
          <a:xfrm xmlns:a="http://schemas.openxmlformats.org/drawingml/2006/main">
            <a:off x="8524875" y="55721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A78BFA"/>
                </a:solidFill>
              </a:defRPr>
            </a:defPPr>
            <a:lvl1pPr algn="ctr">
              <a:defRPr sz="1050" b="1" i="0">
                <a:solidFill>
                  <a:srgbClr val="A78BFA"/>
                </a:solidFill>
              </a:defRPr>
            </a:lvl1pPr>
            <a:lvl2pPr algn="ctr">
              <a:defRPr sz="1050" b="1" i="0">
                <a:solidFill>
                  <a:srgbClr val="A78BFA"/>
                </a:solidFill>
              </a:defRPr>
            </a:lvl2pPr>
            <a:lvl3pPr algn="ctr">
              <a:defRPr sz="1050" b="1" i="0">
                <a:solidFill>
                  <a:srgbClr val="A78BFA"/>
                </a:solidFill>
              </a:defRPr>
            </a:lvl3pPr>
            <a:lvl4pPr algn="ctr">
              <a:defRPr sz="1050" b="1" i="0">
                <a:solidFill>
                  <a:srgbClr val="A78BFA"/>
                </a:solidFill>
              </a:defRPr>
            </a:lvl4pPr>
            <a:lvl5pPr algn="ctr">
              <a:defRPr sz="1050" b="1" i="0">
                <a:solidFill>
                  <a:srgbClr val="A78BFA"/>
                </a:solidFill>
              </a:defRPr>
            </a:lvl5pPr>
            <a:lvl6pPr algn="ctr">
              <a:defRPr sz="1050" b="1" i="0">
                <a:solidFill>
                  <a:srgbClr val="A78BFA"/>
                </a:solidFill>
              </a:defRPr>
            </a:lvl6pPr>
            <a:lvl7pPr algn="ctr">
              <a:defRPr sz="1050" b="1" i="0">
                <a:solidFill>
                  <a:srgbClr val="A78BFA"/>
                </a:solidFill>
              </a:defRPr>
            </a:lvl7pPr>
            <a:lvl8pPr algn="ctr">
              <a:defRPr sz="1050" b="1" i="0">
                <a:solidFill>
                  <a:srgbClr val="A78BFA"/>
                </a:solidFill>
              </a:defRPr>
            </a:lvl8pPr>
            <a:lvl9pPr algn="ctr">
              <a:defRPr sz="1050" b="1" i="0">
                <a:solidFill>
                  <a:srgbClr val="A78BFA"/>
                </a:solidFill>
              </a:defRPr>
            </a:lvl9pPr>
          </a:lstStyle>
          <a:p xmlns:a="http://schemas.openxmlformats.org/drawingml/2006/main">
            <a:pPr algn="ctr">
              <a:defRPr sz="1050" b="1" i="0">
                <a:solidFill>
                  <a:srgbClr val="A78BFA"/>
                </a:solidFill>
              </a:defRPr>
            </a:pPr>
            <a:r>
              <a:rPr sz="1050" b="1" i="0">
                <a:solidFill>
                  <a:srgbClr val="A78BFA"/>
                </a:solidFill>
              </a:rPr>
              <a:t>Capture-scoped results</a:t>
            </a:r>
          </a:p>
        </p:txBody>
      </p:sp>
      <p:sp>
        <p:nvSpPr>
          <p:cNvPr id="26" name="">
            <a:extLst xmlns:a="http://schemas.openxmlformats.org/drawingml/2006/main">
              <a:ext uri="{FF2B5EF4-FFF2-40B4-BE49-F238E27FC236}">
                <a16:creationId xmlns:a16="http://schemas.microsoft.com/office/drawing/2014/main" id="{0D096DEA-9F41-454D-99F8-C158C1081A1E}"/>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27" name="">
            <a:extLst xmlns:a="http://schemas.openxmlformats.org/drawingml/2006/main">
              <a:ext uri="{FF2B5EF4-FFF2-40B4-BE49-F238E27FC236}">
                <a16:creationId xmlns:a16="http://schemas.microsoft.com/office/drawing/2014/main" id="{86E0DFFA-CDC0-42AB-9112-712E4883EE81}"/>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2008057001"/>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0596979-EFDB-4979-81A3-D0B1170D22AB}"/>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SYSTEM DESIGN</a:t>
            </a:r>
          </a:p>
        </p:txBody>
      </p:sp>
      <p:sp>
        <p:nvSpPr>
          <p:cNvPr id="2" name="">
            <a:extLst xmlns:a="http://schemas.openxmlformats.org/drawingml/2006/main">
              <a:ext uri="{FF2B5EF4-FFF2-40B4-BE49-F238E27FC236}">
                <a16:creationId xmlns:a16="http://schemas.microsoft.com/office/drawing/2014/main" id="{A44D9580-825C-442A-BDB9-7A43C95CFABB}"/>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End-to-end processing pipeline</a:t>
            </a:r>
          </a:p>
        </p:txBody>
      </p:sp>
      <p:sp>
        <p:nvSpPr>
          <p:cNvPr id="3" name="">
            <a:extLst xmlns:a="http://schemas.openxmlformats.org/drawingml/2006/main">
              <a:ext uri="{FF2B5EF4-FFF2-40B4-BE49-F238E27FC236}">
                <a16:creationId xmlns:a16="http://schemas.microsoft.com/office/drawing/2014/main" id="{0C188F62-9D38-4E76-A6E5-4F463513E931}"/>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04</a:t>
            </a:r>
          </a:p>
        </p:txBody>
      </p:sp>
      <p:sp>
        <p:nvSpPr>
          <p:cNvPr id="4" name="">
            <a:extLst xmlns:a="http://schemas.openxmlformats.org/drawingml/2006/main">
              <a:ext uri="{FF2B5EF4-FFF2-40B4-BE49-F238E27FC236}">
                <a16:creationId xmlns:a16="http://schemas.microsoft.com/office/drawing/2014/main" id="{65975499-F0B4-4296-9529-32323EA1E235}"/>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BF131A30-E31E-46B8-8176-9C487666F3E4}"/>
              </a:ext>
            </a:extLst>
          </p:cNvPr>
          <p:cNvSpPr>
            <a:spLocks xmlns:a="http://schemas.openxmlformats.org/drawingml/2006/main" noGrp="1"/>
          </p:cNvSpPr>
          <p:nvPr/>
        </p:nvSpPr>
        <p:spPr>
          <a:xfrm xmlns:a="http://schemas.openxmlformats.org/drawingml/2006/main">
            <a:off x="552450" y="2190750"/>
            <a:ext cx="1571625" cy="1809750"/>
          </a:xfrm>
          <a:prstGeom xmlns:a="http://schemas.openxmlformats.org/drawingml/2006/main" prst="roundRect">
            <a:avLst>
              <a:gd name="adj" fmla="val 7273"/>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18C8497D-EF61-4BB9-96DC-F5755B8A8118}"/>
              </a:ext>
            </a:extLst>
          </p:cNvPr>
          <p:cNvSpPr>
            <a:spLocks xmlns:a="http://schemas.openxmlformats.org/drawingml/2006/main" noGrp="1"/>
          </p:cNvSpPr>
          <p:nvPr/>
        </p:nvSpPr>
        <p:spPr>
          <a:xfrm xmlns:a="http://schemas.openxmlformats.org/drawingml/2006/main">
            <a:off x="723900" y="2362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22D3EE"/>
                </a:solidFill>
              </a:defRPr>
            </a:defPPr>
            <a:lvl1pPr algn="l">
              <a:defRPr sz="1050" b="1" i="0">
                <a:solidFill>
                  <a:srgbClr val="22D3EE"/>
                </a:solidFill>
              </a:defRPr>
            </a:lvl1pPr>
            <a:lvl2pPr algn="l">
              <a:defRPr sz="1050" b="1" i="0">
                <a:solidFill>
                  <a:srgbClr val="22D3EE"/>
                </a:solidFill>
              </a:defRPr>
            </a:lvl2pPr>
            <a:lvl3pPr algn="l">
              <a:defRPr sz="1050" b="1" i="0">
                <a:solidFill>
                  <a:srgbClr val="22D3EE"/>
                </a:solidFill>
              </a:defRPr>
            </a:lvl3pPr>
            <a:lvl4pPr algn="l">
              <a:defRPr sz="1050" b="1" i="0">
                <a:solidFill>
                  <a:srgbClr val="22D3EE"/>
                </a:solidFill>
              </a:defRPr>
            </a:lvl4pPr>
            <a:lvl5pPr algn="l">
              <a:defRPr sz="1050" b="1" i="0">
                <a:solidFill>
                  <a:srgbClr val="22D3EE"/>
                </a:solidFill>
              </a:defRPr>
            </a:lvl5pPr>
            <a:lvl6pPr algn="l">
              <a:defRPr sz="1050" b="1" i="0">
                <a:solidFill>
                  <a:srgbClr val="22D3EE"/>
                </a:solidFill>
              </a:defRPr>
            </a:lvl6pPr>
            <a:lvl7pPr algn="l">
              <a:defRPr sz="1050" b="1" i="0">
                <a:solidFill>
                  <a:srgbClr val="22D3EE"/>
                </a:solidFill>
              </a:defRPr>
            </a:lvl7pPr>
            <a:lvl8pPr algn="l">
              <a:defRPr sz="1050" b="1" i="0">
                <a:solidFill>
                  <a:srgbClr val="22D3EE"/>
                </a:solidFill>
              </a:defRPr>
            </a:lvl8pPr>
            <a:lvl9pPr algn="l">
              <a:defRPr sz="1050" b="1" i="0">
                <a:solidFill>
                  <a:srgbClr val="22D3EE"/>
                </a:solidFill>
              </a:defRPr>
            </a:lvl9pPr>
          </a:lstStyle>
          <a:p xmlns:a="http://schemas.openxmlformats.org/drawingml/2006/main">
            <a:pPr algn="l">
              <a:defRPr sz="1050" b="1" i="0">
                <a:solidFill>
                  <a:srgbClr val="22D3EE"/>
                </a:solidFill>
              </a:defRPr>
            </a:pPr>
            <a:r>
              <a:rPr sz="1050" b="1" i="0">
                <a:solidFill>
                  <a:srgbClr val="22D3EE"/>
                </a:solidFill>
              </a:rPr>
              <a:t>01</a:t>
            </a:r>
          </a:p>
        </p:txBody>
      </p:sp>
      <p:sp>
        <p:nvSpPr>
          <p:cNvPr id="7" name="">
            <a:extLst xmlns:a="http://schemas.openxmlformats.org/drawingml/2006/main">
              <a:ext uri="{FF2B5EF4-FFF2-40B4-BE49-F238E27FC236}">
                <a16:creationId xmlns:a16="http://schemas.microsoft.com/office/drawing/2014/main" id="{FEBD2B3B-B062-493F-915F-B07E877098F0}"/>
              </a:ext>
            </a:extLst>
          </p:cNvPr>
          <p:cNvSpPr>
            <a:spLocks xmlns:a="http://schemas.openxmlformats.org/drawingml/2006/main" noGrp="1"/>
          </p:cNvSpPr>
          <p:nvPr/>
        </p:nvSpPr>
        <p:spPr>
          <a:xfrm xmlns:a="http://schemas.openxmlformats.org/drawingml/2006/main">
            <a:off x="723900" y="28003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i="0">
                <a:solidFill>
                  <a:srgbClr val="F8FAFC"/>
                </a:solidFill>
              </a:defRPr>
            </a:defPPr>
            <a:lvl1pPr algn="l">
              <a:defRPr sz="1875" b="1" i="0">
                <a:solidFill>
                  <a:srgbClr val="F8FAFC"/>
                </a:solidFill>
              </a:defRPr>
            </a:lvl1pPr>
            <a:lvl2pPr algn="l">
              <a:defRPr sz="1875" b="1" i="0">
                <a:solidFill>
                  <a:srgbClr val="F8FAFC"/>
                </a:solidFill>
              </a:defRPr>
            </a:lvl2pPr>
            <a:lvl3pPr algn="l">
              <a:defRPr sz="1875" b="1" i="0">
                <a:solidFill>
                  <a:srgbClr val="F8FAFC"/>
                </a:solidFill>
              </a:defRPr>
            </a:lvl3pPr>
            <a:lvl4pPr algn="l">
              <a:defRPr sz="1875" b="1" i="0">
                <a:solidFill>
                  <a:srgbClr val="F8FAFC"/>
                </a:solidFill>
              </a:defRPr>
            </a:lvl4pPr>
            <a:lvl5pPr algn="l">
              <a:defRPr sz="1875" b="1" i="0">
                <a:solidFill>
                  <a:srgbClr val="F8FAFC"/>
                </a:solidFill>
              </a:defRPr>
            </a:lvl5pPr>
            <a:lvl6pPr algn="l">
              <a:defRPr sz="1875" b="1" i="0">
                <a:solidFill>
                  <a:srgbClr val="F8FAFC"/>
                </a:solidFill>
              </a:defRPr>
            </a:lvl6pPr>
            <a:lvl7pPr algn="l">
              <a:defRPr sz="1875" b="1" i="0">
                <a:solidFill>
                  <a:srgbClr val="F8FAFC"/>
                </a:solidFill>
              </a:defRPr>
            </a:lvl7pPr>
            <a:lvl8pPr algn="l">
              <a:defRPr sz="1875" b="1" i="0">
                <a:solidFill>
                  <a:srgbClr val="F8FAFC"/>
                </a:solidFill>
              </a:defRPr>
            </a:lvl8pPr>
            <a:lvl9pPr algn="l">
              <a:defRPr sz="1875" b="1" i="0">
                <a:solidFill>
                  <a:srgbClr val="F8FAFC"/>
                </a:solidFill>
              </a:defRPr>
            </a:lvl9pPr>
          </a:lstStyle>
          <a:p xmlns:a="http://schemas.openxmlformats.org/drawingml/2006/main">
            <a:pPr algn="l">
              <a:defRPr sz="1875" b="1" i="0">
                <a:solidFill>
                  <a:srgbClr val="F8FAFC"/>
                </a:solidFill>
              </a:defRPr>
            </a:pPr>
            <a:r>
              <a:rPr sz="1875" b="1" i="0">
                <a:solidFill>
                  <a:srgbClr val="F8FAFC"/>
                </a:solidFill>
              </a:rPr>
              <a:t>HAR</a:t>
            </a:r>
          </a:p>
        </p:txBody>
      </p:sp>
      <p:sp>
        <p:nvSpPr>
          <p:cNvPr id="8" name="">
            <a:extLst xmlns:a="http://schemas.openxmlformats.org/drawingml/2006/main">
              <a:ext uri="{FF2B5EF4-FFF2-40B4-BE49-F238E27FC236}">
                <a16:creationId xmlns:a16="http://schemas.microsoft.com/office/drawing/2014/main" id="{B38A32FF-B010-4B1E-A71B-E4CCB3CB971B}"/>
              </a:ext>
            </a:extLst>
          </p:cNvPr>
          <p:cNvSpPr>
            <a:spLocks xmlns:a="http://schemas.openxmlformats.org/drawingml/2006/main" noGrp="1"/>
          </p:cNvSpPr>
          <p:nvPr/>
        </p:nvSpPr>
        <p:spPr>
          <a:xfrm xmlns:a="http://schemas.openxmlformats.org/drawingml/2006/main">
            <a:off x="723900" y="3276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Network capture</a:t>
            </a:r>
          </a:p>
        </p:txBody>
      </p:sp>
      <p:sp>
        <p:nvSpPr>
          <p:cNvPr id="9" name="">
            <a:extLst xmlns:a="http://schemas.openxmlformats.org/drawingml/2006/main">
              <a:ext uri="{FF2B5EF4-FFF2-40B4-BE49-F238E27FC236}">
                <a16:creationId xmlns:a16="http://schemas.microsoft.com/office/drawing/2014/main" id="{8C8130DB-9A83-487D-932E-C3EE13403C68}"/>
              </a:ext>
            </a:extLst>
          </p:cNvPr>
          <p:cNvSpPr>
            <a:spLocks xmlns:a="http://schemas.openxmlformats.org/drawingml/2006/main" noGrp="1"/>
          </p:cNvSpPr>
          <p:nvPr/>
        </p:nvSpPr>
        <p:spPr>
          <a:xfrm xmlns:a="http://schemas.openxmlformats.org/drawingml/2006/main">
            <a:off x="2162175" y="2886075"/>
            <a:ext cx="285750" cy="361950"/>
          </a:xfrm>
          <a:prstGeom xmlns:a="http://schemas.openxmlformats.org/drawingml/2006/main" prst="rightArrow">
            <a:avLst/>
          </a:prstGeom>
          <a:solidFill xmlns:a="http://schemas.openxmlformats.org/drawingml/2006/main">
            <a:srgbClr val="26364D"/>
          </a:solidFill>
          <a:ln xmlns:a="http://schemas.openxmlformats.org/drawingml/2006/main" w="0">
            <a:solidFill>
              <a:srgbClr val="26364D"/>
            </a:solidFill>
            <a:prstDash val="solid"/>
          </a:ln>
        </p:spPr>
      </p:sp>
      <p:sp>
        <p:nvSpPr>
          <p:cNvPr id="10" name="">
            <a:extLst xmlns:a="http://schemas.openxmlformats.org/drawingml/2006/main">
              <a:ext uri="{FF2B5EF4-FFF2-40B4-BE49-F238E27FC236}">
                <a16:creationId xmlns:a16="http://schemas.microsoft.com/office/drawing/2014/main" id="{BBD560E0-B44A-4FA3-B924-EF41B2FEC8B5}"/>
              </a:ext>
            </a:extLst>
          </p:cNvPr>
          <p:cNvSpPr>
            <a:spLocks xmlns:a="http://schemas.openxmlformats.org/drawingml/2006/main" noGrp="1"/>
          </p:cNvSpPr>
          <p:nvPr/>
        </p:nvSpPr>
        <p:spPr>
          <a:xfrm xmlns:a="http://schemas.openxmlformats.org/drawingml/2006/main">
            <a:off x="2476500" y="2190750"/>
            <a:ext cx="1571625" cy="1809750"/>
          </a:xfrm>
          <a:prstGeom xmlns:a="http://schemas.openxmlformats.org/drawingml/2006/main" prst="roundRect">
            <a:avLst>
              <a:gd name="adj" fmla="val 7273"/>
            </a:avLst>
          </a:prstGeom>
          <a:solidFill xmlns:a="http://schemas.openxmlformats.org/drawingml/2006/main">
            <a:srgbClr val="0F1C2E"/>
          </a:solidFill>
          <a:ln xmlns:a="http://schemas.openxmlformats.org/drawingml/2006/main" w="9525">
            <a:solidFill>
              <a:srgbClr val="26364D"/>
            </a:solidFill>
            <a:prstDash val="solid"/>
          </a:ln>
        </p:spPr>
      </p:sp>
      <p:sp>
        <p:nvSpPr>
          <p:cNvPr id="11" name="">
            <a:extLst xmlns:a="http://schemas.openxmlformats.org/drawingml/2006/main">
              <a:ext uri="{FF2B5EF4-FFF2-40B4-BE49-F238E27FC236}">
                <a16:creationId xmlns:a16="http://schemas.microsoft.com/office/drawing/2014/main" id="{CE0FC7C3-A45B-4BDF-80A8-8B0F8325BDCD}"/>
              </a:ext>
            </a:extLst>
          </p:cNvPr>
          <p:cNvSpPr>
            <a:spLocks xmlns:a="http://schemas.openxmlformats.org/drawingml/2006/main" noGrp="1"/>
          </p:cNvSpPr>
          <p:nvPr/>
        </p:nvSpPr>
        <p:spPr>
          <a:xfrm xmlns:a="http://schemas.openxmlformats.org/drawingml/2006/main">
            <a:off x="2647950" y="2362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60A5FA"/>
                </a:solidFill>
              </a:defRPr>
            </a:defPPr>
            <a:lvl1pPr algn="l">
              <a:defRPr sz="1050" b="1" i="0">
                <a:solidFill>
                  <a:srgbClr val="60A5FA"/>
                </a:solidFill>
              </a:defRPr>
            </a:lvl1pPr>
            <a:lvl2pPr algn="l">
              <a:defRPr sz="1050" b="1" i="0">
                <a:solidFill>
                  <a:srgbClr val="60A5FA"/>
                </a:solidFill>
              </a:defRPr>
            </a:lvl2pPr>
            <a:lvl3pPr algn="l">
              <a:defRPr sz="1050" b="1" i="0">
                <a:solidFill>
                  <a:srgbClr val="60A5FA"/>
                </a:solidFill>
              </a:defRPr>
            </a:lvl3pPr>
            <a:lvl4pPr algn="l">
              <a:defRPr sz="1050" b="1" i="0">
                <a:solidFill>
                  <a:srgbClr val="60A5FA"/>
                </a:solidFill>
              </a:defRPr>
            </a:lvl4pPr>
            <a:lvl5pPr algn="l">
              <a:defRPr sz="1050" b="1" i="0">
                <a:solidFill>
                  <a:srgbClr val="60A5FA"/>
                </a:solidFill>
              </a:defRPr>
            </a:lvl5pPr>
            <a:lvl6pPr algn="l">
              <a:defRPr sz="1050" b="1" i="0">
                <a:solidFill>
                  <a:srgbClr val="60A5FA"/>
                </a:solidFill>
              </a:defRPr>
            </a:lvl6pPr>
            <a:lvl7pPr algn="l">
              <a:defRPr sz="1050" b="1" i="0">
                <a:solidFill>
                  <a:srgbClr val="60A5FA"/>
                </a:solidFill>
              </a:defRPr>
            </a:lvl7pPr>
            <a:lvl8pPr algn="l">
              <a:defRPr sz="1050" b="1" i="0">
                <a:solidFill>
                  <a:srgbClr val="60A5FA"/>
                </a:solidFill>
              </a:defRPr>
            </a:lvl8pPr>
            <a:lvl9pPr algn="l">
              <a:defRPr sz="1050" b="1" i="0">
                <a:solidFill>
                  <a:srgbClr val="60A5FA"/>
                </a:solidFill>
              </a:defRPr>
            </a:lvl9pPr>
          </a:lstStyle>
          <a:p xmlns:a="http://schemas.openxmlformats.org/drawingml/2006/main">
            <a:pPr algn="l">
              <a:defRPr sz="1050" b="1" i="0">
                <a:solidFill>
                  <a:srgbClr val="60A5FA"/>
                </a:solidFill>
              </a:defRPr>
            </a:pPr>
            <a:r>
              <a:rPr sz="1050" b="1" i="0">
                <a:solidFill>
                  <a:srgbClr val="60A5FA"/>
                </a:solidFill>
              </a:rPr>
              <a:t>02</a:t>
            </a:r>
          </a:p>
        </p:txBody>
      </p:sp>
      <p:sp>
        <p:nvSpPr>
          <p:cNvPr id="12" name="">
            <a:extLst xmlns:a="http://schemas.openxmlformats.org/drawingml/2006/main">
              <a:ext uri="{FF2B5EF4-FFF2-40B4-BE49-F238E27FC236}">
                <a16:creationId xmlns:a16="http://schemas.microsoft.com/office/drawing/2014/main" id="{F99C2346-BCFA-4FA4-8502-40883FCA7419}"/>
              </a:ext>
            </a:extLst>
          </p:cNvPr>
          <p:cNvSpPr>
            <a:spLocks xmlns:a="http://schemas.openxmlformats.org/drawingml/2006/main" noGrp="1"/>
          </p:cNvSpPr>
          <p:nvPr/>
        </p:nvSpPr>
        <p:spPr>
          <a:xfrm xmlns:a="http://schemas.openxmlformats.org/drawingml/2006/main">
            <a:off x="2647950" y="28003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i="0">
                <a:solidFill>
                  <a:srgbClr val="F8FAFC"/>
                </a:solidFill>
              </a:defRPr>
            </a:defPPr>
            <a:lvl1pPr algn="l">
              <a:defRPr sz="1875" b="1" i="0">
                <a:solidFill>
                  <a:srgbClr val="F8FAFC"/>
                </a:solidFill>
              </a:defRPr>
            </a:lvl1pPr>
            <a:lvl2pPr algn="l">
              <a:defRPr sz="1875" b="1" i="0">
                <a:solidFill>
                  <a:srgbClr val="F8FAFC"/>
                </a:solidFill>
              </a:defRPr>
            </a:lvl2pPr>
            <a:lvl3pPr algn="l">
              <a:defRPr sz="1875" b="1" i="0">
                <a:solidFill>
                  <a:srgbClr val="F8FAFC"/>
                </a:solidFill>
              </a:defRPr>
            </a:lvl3pPr>
            <a:lvl4pPr algn="l">
              <a:defRPr sz="1875" b="1" i="0">
                <a:solidFill>
                  <a:srgbClr val="F8FAFC"/>
                </a:solidFill>
              </a:defRPr>
            </a:lvl4pPr>
            <a:lvl5pPr algn="l">
              <a:defRPr sz="1875" b="1" i="0">
                <a:solidFill>
                  <a:srgbClr val="F8FAFC"/>
                </a:solidFill>
              </a:defRPr>
            </a:lvl5pPr>
            <a:lvl6pPr algn="l">
              <a:defRPr sz="1875" b="1" i="0">
                <a:solidFill>
                  <a:srgbClr val="F8FAFC"/>
                </a:solidFill>
              </a:defRPr>
            </a:lvl6pPr>
            <a:lvl7pPr algn="l">
              <a:defRPr sz="1875" b="1" i="0">
                <a:solidFill>
                  <a:srgbClr val="F8FAFC"/>
                </a:solidFill>
              </a:defRPr>
            </a:lvl7pPr>
            <a:lvl8pPr algn="l">
              <a:defRPr sz="1875" b="1" i="0">
                <a:solidFill>
                  <a:srgbClr val="F8FAFC"/>
                </a:solidFill>
              </a:defRPr>
            </a:lvl8pPr>
            <a:lvl9pPr algn="l">
              <a:defRPr sz="1875" b="1" i="0">
                <a:solidFill>
                  <a:srgbClr val="F8FAFC"/>
                </a:solidFill>
              </a:defRPr>
            </a:lvl9pPr>
          </a:lstStyle>
          <a:p xmlns:a="http://schemas.openxmlformats.org/drawingml/2006/main">
            <a:pPr algn="l">
              <a:defRPr sz="1875" b="1" i="0">
                <a:solidFill>
                  <a:srgbClr val="F8FAFC"/>
                </a:solidFill>
              </a:defRPr>
            </a:pPr>
            <a:r>
              <a:rPr sz="1875" b="1" i="0">
                <a:solidFill>
                  <a:srgbClr val="F8FAFC"/>
                </a:solidFill>
              </a:rPr>
              <a:t>Extract</a:t>
            </a:r>
          </a:p>
        </p:txBody>
      </p:sp>
      <p:sp>
        <p:nvSpPr>
          <p:cNvPr id="13" name="">
            <a:extLst xmlns:a="http://schemas.openxmlformats.org/drawingml/2006/main">
              <a:ext uri="{FF2B5EF4-FFF2-40B4-BE49-F238E27FC236}">
                <a16:creationId xmlns:a16="http://schemas.microsoft.com/office/drawing/2014/main" id="{3694C3EF-1068-4117-AD7D-ED7E368BCA5E}"/>
              </a:ext>
            </a:extLst>
          </p:cNvPr>
          <p:cNvSpPr>
            <a:spLocks xmlns:a="http://schemas.openxmlformats.org/drawingml/2006/main" noGrp="1"/>
          </p:cNvSpPr>
          <p:nvPr/>
        </p:nvSpPr>
        <p:spPr>
          <a:xfrm xmlns:a="http://schemas.openxmlformats.org/drawingml/2006/main">
            <a:off x="2647950" y="3276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Requests and responses</a:t>
            </a:r>
          </a:p>
        </p:txBody>
      </p:sp>
      <p:sp>
        <p:nvSpPr>
          <p:cNvPr id="14" name="">
            <a:extLst xmlns:a="http://schemas.openxmlformats.org/drawingml/2006/main">
              <a:ext uri="{FF2B5EF4-FFF2-40B4-BE49-F238E27FC236}">
                <a16:creationId xmlns:a16="http://schemas.microsoft.com/office/drawing/2014/main" id="{8C76E0BB-7EE4-4085-89F8-72B5C0A8BFAA}"/>
              </a:ext>
            </a:extLst>
          </p:cNvPr>
          <p:cNvSpPr>
            <a:spLocks xmlns:a="http://schemas.openxmlformats.org/drawingml/2006/main" noGrp="1"/>
          </p:cNvSpPr>
          <p:nvPr/>
        </p:nvSpPr>
        <p:spPr>
          <a:xfrm xmlns:a="http://schemas.openxmlformats.org/drawingml/2006/main">
            <a:off x="4086225" y="2886075"/>
            <a:ext cx="285750" cy="361950"/>
          </a:xfrm>
          <a:prstGeom xmlns:a="http://schemas.openxmlformats.org/drawingml/2006/main" prst="rightArrow">
            <a:avLst/>
          </a:prstGeom>
          <a:solidFill xmlns:a="http://schemas.openxmlformats.org/drawingml/2006/main">
            <a:srgbClr val="26364D"/>
          </a:solidFill>
          <a:ln xmlns:a="http://schemas.openxmlformats.org/drawingml/2006/main" w="0">
            <a:solidFill>
              <a:srgbClr val="26364D"/>
            </a:solidFill>
            <a:prstDash val="solid"/>
          </a:ln>
        </p:spPr>
      </p:sp>
      <p:sp>
        <p:nvSpPr>
          <p:cNvPr id="15" name="">
            <a:extLst xmlns:a="http://schemas.openxmlformats.org/drawingml/2006/main">
              <a:ext uri="{FF2B5EF4-FFF2-40B4-BE49-F238E27FC236}">
                <a16:creationId xmlns:a16="http://schemas.microsoft.com/office/drawing/2014/main" id="{315ECB6E-6C9E-4327-9A93-41328F808F04}"/>
              </a:ext>
            </a:extLst>
          </p:cNvPr>
          <p:cNvSpPr>
            <a:spLocks xmlns:a="http://schemas.openxmlformats.org/drawingml/2006/main" noGrp="1"/>
          </p:cNvSpPr>
          <p:nvPr/>
        </p:nvSpPr>
        <p:spPr>
          <a:xfrm xmlns:a="http://schemas.openxmlformats.org/drawingml/2006/main">
            <a:off x="4400550" y="2190750"/>
            <a:ext cx="1571625" cy="1809750"/>
          </a:xfrm>
          <a:prstGeom xmlns:a="http://schemas.openxmlformats.org/drawingml/2006/main" prst="roundRect">
            <a:avLst>
              <a:gd name="adj" fmla="val 7273"/>
            </a:avLst>
          </a:prstGeom>
          <a:solidFill xmlns:a="http://schemas.openxmlformats.org/drawingml/2006/main">
            <a:srgbClr val="0F1C2E"/>
          </a:solidFill>
          <a:ln xmlns:a="http://schemas.openxmlformats.org/drawingml/2006/main" w="9525">
            <a:solidFill>
              <a:srgbClr val="26364D"/>
            </a:solidFill>
            <a:prstDash val="solid"/>
          </a:ln>
        </p:spPr>
      </p:sp>
      <p:sp>
        <p:nvSpPr>
          <p:cNvPr id="16" name="">
            <a:extLst xmlns:a="http://schemas.openxmlformats.org/drawingml/2006/main">
              <a:ext uri="{FF2B5EF4-FFF2-40B4-BE49-F238E27FC236}">
                <a16:creationId xmlns:a16="http://schemas.microsoft.com/office/drawing/2014/main" id="{51289895-9515-4A28-B87E-26BE65E0E9A8}"/>
              </a:ext>
            </a:extLst>
          </p:cNvPr>
          <p:cNvSpPr>
            <a:spLocks xmlns:a="http://schemas.openxmlformats.org/drawingml/2006/main" noGrp="1"/>
          </p:cNvSpPr>
          <p:nvPr/>
        </p:nvSpPr>
        <p:spPr>
          <a:xfrm xmlns:a="http://schemas.openxmlformats.org/drawingml/2006/main">
            <a:off x="4572000" y="2362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2DD4BF"/>
                </a:solidFill>
              </a:defRPr>
            </a:defPPr>
            <a:lvl1pPr algn="l">
              <a:defRPr sz="1050" b="1" i="0">
                <a:solidFill>
                  <a:srgbClr val="2DD4BF"/>
                </a:solidFill>
              </a:defRPr>
            </a:lvl1pPr>
            <a:lvl2pPr algn="l">
              <a:defRPr sz="1050" b="1" i="0">
                <a:solidFill>
                  <a:srgbClr val="2DD4BF"/>
                </a:solidFill>
              </a:defRPr>
            </a:lvl2pPr>
            <a:lvl3pPr algn="l">
              <a:defRPr sz="1050" b="1" i="0">
                <a:solidFill>
                  <a:srgbClr val="2DD4BF"/>
                </a:solidFill>
              </a:defRPr>
            </a:lvl3pPr>
            <a:lvl4pPr algn="l">
              <a:defRPr sz="1050" b="1" i="0">
                <a:solidFill>
                  <a:srgbClr val="2DD4BF"/>
                </a:solidFill>
              </a:defRPr>
            </a:lvl4pPr>
            <a:lvl5pPr algn="l">
              <a:defRPr sz="1050" b="1" i="0">
                <a:solidFill>
                  <a:srgbClr val="2DD4BF"/>
                </a:solidFill>
              </a:defRPr>
            </a:lvl5pPr>
            <a:lvl6pPr algn="l">
              <a:defRPr sz="1050" b="1" i="0">
                <a:solidFill>
                  <a:srgbClr val="2DD4BF"/>
                </a:solidFill>
              </a:defRPr>
            </a:lvl6pPr>
            <a:lvl7pPr algn="l">
              <a:defRPr sz="1050" b="1" i="0">
                <a:solidFill>
                  <a:srgbClr val="2DD4BF"/>
                </a:solidFill>
              </a:defRPr>
            </a:lvl7pPr>
            <a:lvl8pPr algn="l">
              <a:defRPr sz="1050" b="1" i="0">
                <a:solidFill>
                  <a:srgbClr val="2DD4BF"/>
                </a:solidFill>
              </a:defRPr>
            </a:lvl8pPr>
            <a:lvl9pPr algn="l">
              <a:defRPr sz="1050" b="1" i="0">
                <a:solidFill>
                  <a:srgbClr val="2DD4BF"/>
                </a:solidFill>
              </a:defRPr>
            </a:lvl9pPr>
          </a:lstStyle>
          <a:p xmlns:a="http://schemas.openxmlformats.org/drawingml/2006/main">
            <a:pPr algn="l">
              <a:defRPr sz="1050" b="1" i="0">
                <a:solidFill>
                  <a:srgbClr val="2DD4BF"/>
                </a:solidFill>
              </a:defRPr>
            </a:pPr>
            <a:r>
              <a:rPr sz="1050" b="1" i="0">
                <a:solidFill>
                  <a:srgbClr val="2DD4BF"/>
                </a:solidFill>
              </a:rPr>
              <a:t>03</a:t>
            </a:r>
          </a:p>
        </p:txBody>
      </p:sp>
      <p:sp>
        <p:nvSpPr>
          <p:cNvPr id="17" name="">
            <a:extLst xmlns:a="http://schemas.openxmlformats.org/drawingml/2006/main">
              <a:ext uri="{FF2B5EF4-FFF2-40B4-BE49-F238E27FC236}">
                <a16:creationId xmlns:a16="http://schemas.microsoft.com/office/drawing/2014/main" id="{529F055A-2B38-4D93-8A7E-40B7159AE55A}"/>
              </a:ext>
            </a:extLst>
          </p:cNvPr>
          <p:cNvSpPr>
            <a:spLocks xmlns:a="http://schemas.openxmlformats.org/drawingml/2006/main" noGrp="1"/>
          </p:cNvSpPr>
          <p:nvPr/>
        </p:nvSpPr>
        <p:spPr>
          <a:xfrm xmlns:a="http://schemas.openxmlformats.org/drawingml/2006/main">
            <a:off x="4572000" y="28003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i="0">
                <a:solidFill>
                  <a:srgbClr val="F8FAFC"/>
                </a:solidFill>
              </a:defRPr>
            </a:defPPr>
            <a:lvl1pPr algn="l">
              <a:defRPr sz="1875" b="1" i="0">
                <a:solidFill>
                  <a:srgbClr val="F8FAFC"/>
                </a:solidFill>
              </a:defRPr>
            </a:lvl1pPr>
            <a:lvl2pPr algn="l">
              <a:defRPr sz="1875" b="1" i="0">
                <a:solidFill>
                  <a:srgbClr val="F8FAFC"/>
                </a:solidFill>
              </a:defRPr>
            </a:lvl2pPr>
            <a:lvl3pPr algn="l">
              <a:defRPr sz="1875" b="1" i="0">
                <a:solidFill>
                  <a:srgbClr val="F8FAFC"/>
                </a:solidFill>
              </a:defRPr>
            </a:lvl3pPr>
            <a:lvl4pPr algn="l">
              <a:defRPr sz="1875" b="1" i="0">
                <a:solidFill>
                  <a:srgbClr val="F8FAFC"/>
                </a:solidFill>
              </a:defRPr>
            </a:lvl4pPr>
            <a:lvl5pPr algn="l">
              <a:defRPr sz="1875" b="1" i="0">
                <a:solidFill>
                  <a:srgbClr val="F8FAFC"/>
                </a:solidFill>
              </a:defRPr>
            </a:lvl5pPr>
            <a:lvl6pPr algn="l">
              <a:defRPr sz="1875" b="1" i="0">
                <a:solidFill>
                  <a:srgbClr val="F8FAFC"/>
                </a:solidFill>
              </a:defRPr>
            </a:lvl6pPr>
            <a:lvl7pPr algn="l">
              <a:defRPr sz="1875" b="1" i="0">
                <a:solidFill>
                  <a:srgbClr val="F8FAFC"/>
                </a:solidFill>
              </a:defRPr>
            </a:lvl7pPr>
            <a:lvl8pPr algn="l">
              <a:defRPr sz="1875" b="1" i="0">
                <a:solidFill>
                  <a:srgbClr val="F8FAFC"/>
                </a:solidFill>
              </a:defRPr>
            </a:lvl8pPr>
            <a:lvl9pPr algn="l">
              <a:defRPr sz="1875" b="1" i="0">
                <a:solidFill>
                  <a:srgbClr val="F8FAFC"/>
                </a:solidFill>
              </a:defRPr>
            </a:lvl9pPr>
          </a:lstStyle>
          <a:p xmlns:a="http://schemas.openxmlformats.org/drawingml/2006/main">
            <a:pPr algn="l">
              <a:defRPr sz="1875" b="1" i="0">
                <a:solidFill>
                  <a:srgbClr val="F8FAFC"/>
                </a:solidFill>
              </a:defRPr>
            </a:pPr>
            <a:r>
              <a:rPr sz="1875" b="1" i="0">
                <a:solidFill>
                  <a:srgbClr val="F8FAFC"/>
                </a:solidFill>
              </a:rPr>
              <a:t>Classify</a:t>
            </a:r>
          </a:p>
        </p:txBody>
      </p:sp>
      <p:sp>
        <p:nvSpPr>
          <p:cNvPr id="18" name="">
            <a:extLst xmlns:a="http://schemas.openxmlformats.org/drawingml/2006/main">
              <a:ext uri="{FF2B5EF4-FFF2-40B4-BE49-F238E27FC236}">
                <a16:creationId xmlns:a16="http://schemas.microsoft.com/office/drawing/2014/main" id="{99E6FB67-07CA-4E8F-9626-604467C7AFCC}"/>
              </a:ext>
            </a:extLst>
          </p:cNvPr>
          <p:cNvSpPr>
            <a:spLocks xmlns:a="http://schemas.openxmlformats.org/drawingml/2006/main" noGrp="1"/>
          </p:cNvSpPr>
          <p:nvPr/>
        </p:nvSpPr>
        <p:spPr>
          <a:xfrm xmlns:a="http://schemas.openxmlformats.org/drawingml/2006/main">
            <a:off x="4572000" y="3276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App, third party, system</a:t>
            </a:r>
          </a:p>
        </p:txBody>
      </p:sp>
      <p:sp>
        <p:nvSpPr>
          <p:cNvPr id="19" name="">
            <a:extLst xmlns:a="http://schemas.openxmlformats.org/drawingml/2006/main">
              <a:ext uri="{FF2B5EF4-FFF2-40B4-BE49-F238E27FC236}">
                <a16:creationId xmlns:a16="http://schemas.microsoft.com/office/drawing/2014/main" id="{FD9414CA-F1CD-40E5-832A-CE343FA15100}"/>
              </a:ext>
            </a:extLst>
          </p:cNvPr>
          <p:cNvSpPr>
            <a:spLocks xmlns:a="http://schemas.openxmlformats.org/drawingml/2006/main" noGrp="1"/>
          </p:cNvSpPr>
          <p:nvPr/>
        </p:nvSpPr>
        <p:spPr>
          <a:xfrm xmlns:a="http://schemas.openxmlformats.org/drawingml/2006/main">
            <a:off x="6010275" y="2886075"/>
            <a:ext cx="285750" cy="361950"/>
          </a:xfrm>
          <a:prstGeom xmlns:a="http://schemas.openxmlformats.org/drawingml/2006/main" prst="rightArrow">
            <a:avLst/>
          </a:prstGeom>
          <a:solidFill xmlns:a="http://schemas.openxmlformats.org/drawingml/2006/main">
            <a:srgbClr val="26364D"/>
          </a:solidFill>
          <a:ln xmlns:a="http://schemas.openxmlformats.org/drawingml/2006/main" w="0">
            <a:solidFill>
              <a:srgbClr val="26364D"/>
            </a:solidFill>
            <a:prstDash val="solid"/>
          </a:ln>
        </p:spPr>
      </p:sp>
      <p:sp>
        <p:nvSpPr>
          <p:cNvPr id="20" name="">
            <a:extLst xmlns:a="http://schemas.openxmlformats.org/drawingml/2006/main">
              <a:ext uri="{FF2B5EF4-FFF2-40B4-BE49-F238E27FC236}">
                <a16:creationId xmlns:a16="http://schemas.microsoft.com/office/drawing/2014/main" id="{00805A35-13D8-4711-910A-8DB082A61E70}"/>
              </a:ext>
            </a:extLst>
          </p:cNvPr>
          <p:cNvSpPr>
            <a:spLocks xmlns:a="http://schemas.openxmlformats.org/drawingml/2006/main" noGrp="1"/>
          </p:cNvSpPr>
          <p:nvPr/>
        </p:nvSpPr>
        <p:spPr>
          <a:xfrm xmlns:a="http://schemas.openxmlformats.org/drawingml/2006/main">
            <a:off x="6324600" y="2190750"/>
            <a:ext cx="1571625" cy="1809750"/>
          </a:xfrm>
          <a:prstGeom xmlns:a="http://schemas.openxmlformats.org/drawingml/2006/main" prst="roundRect">
            <a:avLst>
              <a:gd name="adj" fmla="val 7273"/>
            </a:avLst>
          </a:prstGeom>
          <a:solidFill xmlns:a="http://schemas.openxmlformats.org/drawingml/2006/main">
            <a:srgbClr val="0F1C2E"/>
          </a:solidFill>
          <a:ln xmlns:a="http://schemas.openxmlformats.org/drawingml/2006/main" w="9525">
            <a:solidFill>
              <a:srgbClr val="26364D"/>
            </a:solidFill>
            <a:prstDash val="solid"/>
          </a:ln>
        </p:spPr>
      </p:sp>
      <p:sp>
        <p:nvSpPr>
          <p:cNvPr id="21" name="">
            <a:extLst xmlns:a="http://schemas.openxmlformats.org/drawingml/2006/main">
              <a:ext uri="{FF2B5EF4-FFF2-40B4-BE49-F238E27FC236}">
                <a16:creationId xmlns:a16="http://schemas.microsoft.com/office/drawing/2014/main" id="{1F588A0A-4B87-4AB3-A322-88AE059F5AC6}"/>
              </a:ext>
            </a:extLst>
          </p:cNvPr>
          <p:cNvSpPr>
            <a:spLocks xmlns:a="http://schemas.openxmlformats.org/drawingml/2006/main" noGrp="1"/>
          </p:cNvSpPr>
          <p:nvPr/>
        </p:nvSpPr>
        <p:spPr>
          <a:xfrm xmlns:a="http://schemas.openxmlformats.org/drawingml/2006/main">
            <a:off x="6496050" y="2362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A78BFA"/>
                </a:solidFill>
              </a:defRPr>
            </a:defPPr>
            <a:lvl1pPr algn="l">
              <a:defRPr sz="1050" b="1" i="0">
                <a:solidFill>
                  <a:srgbClr val="A78BFA"/>
                </a:solidFill>
              </a:defRPr>
            </a:lvl1pPr>
            <a:lvl2pPr algn="l">
              <a:defRPr sz="1050" b="1" i="0">
                <a:solidFill>
                  <a:srgbClr val="A78BFA"/>
                </a:solidFill>
              </a:defRPr>
            </a:lvl2pPr>
            <a:lvl3pPr algn="l">
              <a:defRPr sz="1050" b="1" i="0">
                <a:solidFill>
                  <a:srgbClr val="A78BFA"/>
                </a:solidFill>
              </a:defRPr>
            </a:lvl3pPr>
            <a:lvl4pPr algn="l">
              <a:defRPr sz="1050" b="1" i="0">
                <a:solidFill>
                  <a:srgbClr val="A78BFA"/>
                </a:solidFill>
              </a:defRPr>
            </a:lvl4pPr>
            <a:lvl5pPr algn="l">
              <a:defRPr sz="1050" b="1" i="0">
                <a:solidFill>
                  <a:srgbClr val="A78BFA"/>
                </a:solidFill>
              </a:defRPr>
            </a:lvl5pPr>
            <a:lvl6pPr algn="l">
              <a:defRPr sz="1050" b="1" i="0">
                <a:solidFill>
                  <a:srgbClr val="A78BFA"/>
                </a:solidFill>
              </a:defRPr>
            </a:lvl6pPr>
            <a:lvl7pPr algn="l">
              <a:defRPr sz="1050" b="1" i="0">
                <a:solidFill>
                  <a:srgbClr val="A78BFA"/>
                </a:solidFill>
              </a:defRPr>
            </a:lvl7pPr>
            <a:lvl8pPr algn="l">
              <a:defRPr sz="1050" b="1" i="0">
                <a:solidFill>
                  <a:srgbClr val="A78BFA"/>
                </a:solidFill>
              </a:defRPr>
            </a:lvl8pPr>
            <a:lvl9pPr algn="l">
              <a:defRPr sz="1050" b="1" i="0">
                <a:solidFill>
                  <a:srgbClr val="A78BFA"/>
                </a:solidFill>
              </a:defRPr>
            </a:lvl9pPr>
          </a:lstStyle>
          <a:p xmlns:a="http://schemas.openxmlformats.org/drawingml/2006/main">
            <a:pPr algn="l">
              <a:defRPr sz="1050" b="1" i="0">
                <a:solidFill>
                  <a:srgbClr val="A78BFA"/>
                </a:solidFill>
              </a:defRPr>
            </a:pPr>
            <a:r>
              <a:rPr sz="1050" b="1" i="0">
                <a:solidFill>
                  <a:srgbClr val="A78BFA"/>
                </a:solidFill>
              </a:rPr>
              <a:t>04</a:t>
            </a:r>
          </a:p>
        </p:txBody>
      </p:sp>
      <p:sp>
        <p:nvSpPr>
          <p:cNvPr id="22" name="">
            <a:extLst xmlns:a="http://schemas.openxmlformats.org/drawingml/2006/main">
              <a:ext uri="{FF2B5EF4-FFF2-40B4-BE49-F238E27FC236}">
                <a16:creationId xmlns:a16="http://schemas.microsoft.com/office/drawing/2014/main" id="{F2F2B4F5-F3A5-4D83-BDE2-858084C95DF0}"/>
              </a:ext>
            </a:extLst>
          </p:cNvPr>
          <p:cNvSpPr>
            <a:spLocks xmlns:a="http://schemas.openxmlformats.org/drawingml/2006/main" noGrp="1"/>
          </p:cNvSpPr>
          <p:nvPr/>
        </p:nvSpPr>
        <p:spPr>
          <a:xfrm xmlns:a="http://schemas.openxmlformats.org/drawingml/2006/main">
            <a:off x="6496050" y="28003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i="0">
                <a:solidFill>
                  <a:srgbClr val="F8FAFC"/>
                </a:solidFill>
              </a:defRPr>
            </a:defPPr>
            <a:lvl1pPr algn="l">
              <a:defRPr sz="1875" b="1" i="0">
                <a:solidFill>
                  <a:srgbClr val="F8FAFC"/>
                </a:solidFill>
              </a:defRPr>
            </a:lvl1pPr>
            <a:lvl2pPr algn="l">
              <a:defRPr sz="1875" b="1" i="0">
                <a:solidFill>
                  <a:srgbClr val="F8FAFC"/>
                </a:solidFill>
              </a:defRPr>
            </a:lvl2pPr>
            <a:lvl3pPr algn="l">
              <a:defRPr sz="1875" b="1" i="0">
                <a:solidFill>
                  <a:srgbClr val="F8FAFC"/>
                </a:solidFill>
              </a:defRPr>
            </a:lvl3pPr>
            <a:lvl4pPr algn="l">
              <a:defRPr sz="1875" b="1" i="0">
                <a:solidFill>
                  <a:srgbClr val="F8FAFC"/>
                </a:solidFill>
              </a:defRPr>
            </a:lvl4pPr>
            <a:lvl5pPr algn="l">
              <a:defRPr sz="1875" b="1" i="0">
                <a:solidFill>
                  <a:srgbClr val="F8FAFC"/>
                </a:solidFill>
              </a:defRPr>
            </a:lvl5pPr>
            <a:lvl6pPr algn="l">
              <a:defRPr sz="1875" b="1" i="0">
                <a:solidFill>
                  <a:srgbClr val="F8FAFC"/>
                </a:solidFill>
              </a:defRPr>
            </a:lvl6pPr>
            <a:lvl7pPr algn="l">
              <a:defRPr sz="1875" b="1" i="0">
                <a:solidFill>
                  <a:srgbClr val="F8FAFC"/>
                </a:solidFill>
              </a:defRPr>
            </a:lvl7pPr>
            <a:lvl8pPr algn="l">
              <a:defRPr sz="1875" b="1" i="0">
                <a:solidFill>
                  <a:srgbClr val="F8FAFC"/>
                </a:solidFill>
              </a:defRPr>
            </a:lvl8pPr>
            <a:lvl9pPr algn="l">
              <a:defRPr sz="1875" b="1" i="0">
                <a:solidFill>
                  <a:srgbClr val="F8FAFC"/>
                </a:solidFill>
              </a:defRPr>
            </a:lvl9pPr>
          </a:lstStyle>
          <a:p xmlns:a="http://schemas.openxmlformats.org/drawingml/2006/main">
            <a:pPr algn="l">
              <a:defRPr sz="1875" b="1" i="0">
                <a:solidFill>
                  <a:srgbClr val="F8FAFC"/>
                </a:solidFill>
              </a:defRPr>
            </a:pPr>
            <a:r>
              <a:rPr sz="1875" b="1" i="0">
                <a:solidFill>
                  <a:srgbClr val="F8FAFC"/>
                </a:solidFill>
              </a:rPr>
              <a:t>Detect</a:t>
            </a:r>
          </a:p>
        </p:txBody>
      </p:sp>
      <p:sp>
        <p:nvSpPr>
          <p:cNvPr id="23" name="">
            <a:extLst xmlns:a="http://schemas.openxmlformats.org/drawingml/2006/main">
              <a:ext uri="{FF2B5EF4-FFF2-40B4-BE49-F238E27FC236}">
                <a16:creationId xmlns:a16="http://schemas.microsoft.com/office/drawing/2014/main" id="{9CE10D00-6AFF-46D8-AE5F-B05BA2821425}"/>
              </a:ext>
            </a:extLst>
          </p:cNvPr>
          <p:cNvSpPr>
            <a:spLocks xmlns:a="http://schemas.openxmlformats.org/drawingml/2006/main" noGrp="1"/>
          </p:cNvSpPr>
          <p:nvPr/>
        </p:nvSpPr>
        <p:spPr>
          <a:xfrm xmlns:a="http://schemas.openxmlformats.org/drawingml/2006/main">
            <a:off x="6496050" y="3276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Sensitive evidence</a:t>
            </a:r>
          </a:p>
        </p:txBody>
      </p:sp>
      <p:sp>
        <p:nvSpPr>
          <p:cNvPr id="24" name="">
            <a:extLst xmlns:a="http://schemas.openxmlformats.org/drawingml/2006/main">
              <a:ext uri="{FF2B5EF4-FFF2-40B4-BE49-F238E27FC236}">
                <a16:creationId xmlns:a16="http://schemas.microsoft.com/office/drawing/2014/main" id="{3D02B89D-A6F9-4545-8836-E68C56F26F3F}"/>
              </a:ext>
            </a:extLst>
          </p:cNvPr>
          <p:cNvSpPr>
            <a:spLocks xmlns:a="http://schemas.openxmlformats.org/drawingml/2006/main" noGrp="1"/>
          </p:cNvSpPr>
          <p:nvPr/>
        </p:nvSpPr>
        <p:spPr>
          <a:xfrm xmlns:a="http://schemas.openxmlformats.org/drawingml/2006/main">
            <a:off x="7934325" y="2886075"/>
            <a:ext cx="285750" cy="361950"/>
          </a:xfrm>
          <a:prstGeom xmlns:a="http://schemas.openxmlformats.org/drawingml/2006/main" prst="rightArrow">
            <a:avLst/>
          </a:prstGeom>
          <a:solidFill xmlns:a="http://schemas.openxmlformats.org/drawingml/2006/main">
            <a:srgbClr val="26364D"/>
          </a:solidFill>
          <a:ln xmlns:a="http://schemas.openxmlformats.org/drawingml/2006/main" w="0">
            <a:solidFill>
              <a:srgbClr val="26364D"/>
            </a:solidFill>
            <a:prstDash val="solid"/>
          </a:ln>
        </p:spPr>
      </p:sp>
      <p:sp>
        <p:nvSpPr>
          <p:cNvPr id="25" name="">
            <a:extLst xmlns:a="http://schemas.openxmlformats.org/drawingml/2006/main">
              <a:ext uri="{FF2B5EF4-FFF2-40B4-BE49-F238E27FC236}">
                <a16:creationId xmlns:a16="http://schemas.microsoft.com/office/drawing/2014/main" id="{7E7BE0A0-96F2-4B9C-9B30-31DA57E301CF}"/>
              </a:ext>
            </a:extLst>
          </p:cNvPr>
          <p:cNvSpPr>
            <a:spLocks xmlns:a="http://schemas.openxmlformats.org/drawingml/2006/main" noGrp="1"/>
          </p:cNvSpPr>
          <p:nvPr/>
        </p:nvSpPr>
        <p:spPr>
          <a:xfrm xmlns:a="http://schemas.openxmlformats.org/drawingml/2006/main">
            <a:off x="8248650" y="2190750"/>
            <a:ext cx="1571625" cy="1809750"/>
          </a:xfrm>
          <a:prstGeom xmlns:a="http://schemas.openxmlformats.org/drawingml/2006/main" prst="roundRect">
            <a:avLst>
              <a:gd name="adj" fmla="val 7273"/>
            </a:avLst>
          </a:prstGeom>
          <a:solidFill xmlns:a="http://schemas.openxmlformats.org/drawingml/2006/main">
            <a:srgbClr val="0F1C2E"/>
          </a:solidFill>
          <a:ln xmlns:a="http://schemas.openxmlformats.org/drawingml/2006/main" w="9525">
            <a:solidFill>
              <a:srgbClr val="26364D"/>
            </a:solidFill>
            <a:prstDash val="solid"/>
          </a:ln>
        </p:spPr>
      </p:sp>
      <p:sp>
        <p:nvSpPr>
          <p:cNvPr id="26" name="">
            <a:extLst xmlns:a="http://schemas.openxmlformats.org/drawingml/2006/main">
              <a:ext uri="{FF2B5EF4-FFF2-40B4-BE49-F238E27FC236}">
                <a16:creationId xmlns:a16="http://schemas.microsoft.com/office/drawing/2014/main" id="{CE050485-4B95-4D0C-B7F7-01B419BAC060}"/>
              </a:ext>
            </a:extLst>
          </p:cNvPr>
          <p:cNvSpPr>
            <a:spLocks xmlns:a="http://schemas.openxmlformats.org/drawingml/2006/main" noGrp="1"/>
          </p:cNvSpPr>
          <p:nvPr/>
        </p:nvSpPr>
        <p:spPr>
          <a:xfrm xmlns:a="http://schemas.openxmlformats.org/drawingml/2006/main">
            <a:off x="8420100" y="2362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FBBF24"/>
                </a:solidFill>
              </a:defRPr>
            </a:defPPr>
            <a:lvl1pPr algn="l">
              <a:defRPr sz="1050" b="1" i="0">
                <a:solidFill>
                  <a:srgbClr val="FBBF24"/>
                </a:solidFill>
              </a:defRPr>
            </a:lvl1pPr>
            <a:lvl2pPr algn="l">
              <a:defRPr sz="1050" b="1" i="0">
                <a:solidFill>
                  <a:srgbClr val="FBBF24"/>
                </a:solidFill>
              </a:defRPr>
            </a:lvl2pPr>
            <a:lvl3pPr algn="l">
              <a:defRPr sz="1050" b="1" i="0">
                <a:solidFill>
                  <a:srgbClr val="FBBF24"/>
                </a:solidFill>
              </a:defRPr>
            </a:lvl3pPr>
            <a:lvl4pPr algn="l">
              <a:defRPr sz="1050" b="1" i="0">
                <a:solidFill>
                  <a:srgbClr val="FBBF24"/>
                </a:solidFill>
              </a:defRPr>
            </a:lvl4pPr>
            <a:lvl5pPr algn="l">
              <a:defRPr sz="1050" b="1" i="0">
                <a:solidFill>
                  <a:srgbClr val="FBBF24"/>
                </a:solidFill>
              </a:defRPr>
            </a:lvl5pPr>
            <a:lvl6pPr algn="l">
              <a:defRPr sz="1050" b="1" i="0">
                <a:solidFill>
                  <a:srgbClr val="FBBF24"/>
                </a:solidFill>
              </a:defRPr>
            </a:lvl6pPr>
            <a:lvl7pPr algn="l">
              <a:defRPr sz="1050" b="1" i="0">
                <a:solidFill>
                  <a:srgbClr val="FBBF24"/>
                </a:solidFill>
              </a:defRPr>
            </a:lvl7pPr>
            <a:lvl8pPr algn="l">
              <a:defRPr sz="1050" b="1" i="0">
                <a:solidFill>
                  <a:srgbClr val="FBBF24"/>
                </a:solidFill>
              </a:defRPr>
            </a:lvl8pPr>
            <a:lvl9pPr algn="l">
              <a:defRPr sz="1050" b="1" i="0">
                <a:solidFill>
                  <a:srgbClr val="FBBF24"/>
                </a:solidFill>
              </a:defRPr>
            </a:lvl9pPr>
          </a:lstStyle>
          <a:p xmlns:a="http://schemas.openxmlformats.org/drawingml/2006/main">
            <a:pPr algn="l">
              <a:defRPr sz="1050" b="1" i="0">
                <a:solidFill>
                  <a:srgbClr val="FBBF24"/>
                </a:solidFill>
              </a:defRPr>
            </a:pPr>
            <a:r>
              <a:rPr sz="1050" b="1" i="0">
                <a:solidFill>
                  <a:srgbClr val="FBBF24"/>
                </a:solidFill>
              </a:rPr>
              <a:t>05</a:t>
            </a:r>
          </a:p>
        </p:txBody>
      </p:sp>
      <p:sp>
        <p:nvSpPr>
          <p:cNvPr id="27" name="">
            <a:extLst xmlns:a="http://schemas.openxmlformats.org/drawingml/2006/main">
              <a:ext uri="{FF2B5EF4-FFF2-40B4-BE49-F238E27FC236}">
                <a16:creationId xmlns:a16="http://schemas.microsoft.com/office/drawing/2014/main" id="{23418E8C-2C05-4DEE-9616-692146ED2F78}"/>
              </a:ext>
            </a:extLst>
          </p:cNvPr>
          <p:cNvSpPr>
            <a:spLocks xmlns:a="http://schemas.openxmlformats.org/drawingml/2006/main" noGrp="1"/>
          </p:cNvSpPr>
          <p:nvPr/>
        </p:nvSpPr>
        <p:spPr>
          <a:xfrm xmlns:a="http://schemas.openxmlformats.org/drawingml/2006/main">
            <a:off x="8420100" y="28003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i="0">
                <a:solidFill>
                  <a:srgbClr val="F8FAFC"/>
                </a:solidFill>
              </a:defRPr>
            </a:defPPr>
            <a:lvl1pPr algn="l">
              <a:defRPr sz="1875" b="1" i="0">
                <a:solidFill>
                  <a:srgbClr val="F8FAFC"/>
                </a:solidFill>
              </a:defRPr>
            </a:lvl1pPr>
            <a:lvl2pPr algn="l">
              <a:defRPr sz="1875" b="1" i="0">
                <a:solidFill>
                  <a:srgbClr val="F8FAFC"/>
                </a:solidFill>
              </a:defRPr>
            </a:lvl2pPr>
            <a:lvl3pPr algn="l">
              <a:defRPr sz="1875" b="1" i="0">
                <a:solidFill>
                  <a:srgbClr val="F8FAFC"/>
                </a:solidFill>
              </a:defRPr>
            </a:lvl3pPr>
            <a:lvl4pPr algn="l">
              <a:defRPr sz="1875" b="1" i="0">
                <a:solidFill>
                  <a:srgbClr val="F8FAFC"/>
                </a:solidFill>
              </a:defRPr>
            </a:lvl4pPr>
            <a:lvl5pPr algn="l">
              <a:defRPr sz="1875" b="1" i="0">
                <a:solidFill>
                  <a:srgbClr val="F8FAFC"/>
                </a:solidFill>
              </a:defRPr>
            </a:lvl5pPr>
            <a:lvl6pPr algn="l">
              <a:defRPr sz="1875" b="1" i="0">
                <a:solidFill>
                  <a:srgbClr val="F8FAFC"/>
                </a:solidFill>
              </a:defRPr>
            </a:lvl6pPr>
            <a:lvl7pPr algn="l">
              <a:defRPr sz="1875" b="1" i="0">
                <a:solidFill>
                  <a:srgbClr val="F8FAFC"/>
                </a:solidFill>
              </a:defRPr>
            </a:lvl7pPr>
            <a:lvl8pPr algn="l">
              <a:defRPr sz="1875" b="1" i="0">
                <a:solidFill>
                  <a:srgbClr val="F8FAFC"/>
                </a:solidFill>
              </a:defRPr>
            </a:lvl8pPr>
            <a:lvl9pPr algn="l">
              <a:defRPr sz="1875" b="1" i="0">
                <a:solidFill>
                  <a:srgbClr val="F8FAFC"/>
                </a:solidFill>
              </a:defRPr>
            </a:lvl9pPr>
          </a:lstStyle>
          <a:p xmlns:a="http://schemas.openxmlformats.org/drawingml/2006/main">
            <a:pPr algn="l">
              <a:defRPr sz="1875" b="1" i="0">
                <a:solidFill>
                  <a:srgbClr val="F8FAFC"/>
                </a:solidFill>
              </a:defRPr>
            </a:pPr>
            <a:r>
              <a:rPr sz="1875" b="1" i="0">
                <a:solidFill>
                  <a:srgbClr val="F8FAFC"/>
                </a:solidFill>
              </a:rPr>
              <a:t>Compare</a:t>
            </a:r>
          </a:p>
        </p:txBody>
      </p:sp>
      <p:sp>
        <p:nvSpPr>
          <p:cNvPr id="28" name="">
            <a:extLst xmlns:a="http://schemas.openxmlformats.org/drawingml/2006/main">
              <a:ext uri="{FF2B5EF4-FFF2-40B4-BE49-F238E27FC236}">
                <a16:creationId xmlns:a16="http://schemas.microsoft.com/office/drawing/2014/main" id="{254BAA3F-3E98-47C7-901F-C932C361F153}"/>
              </a:ext>
            </a:extLst>
          </p:cNvPr>
          <p:cNvSpPr>
            <a:spLocks xmlns:a="http://schemas.openxmlformats.org/drawingml/2006/main" noGrp="1"/>
          </p:cNvSpPr>
          <p:nvPr/>
        </p:nvSpPr>
        <p:spPr>
          <a:xfrm xmlns:a="http://schemas.openxmlformats.org/drawingml/2006/main">
            <a:off x="8420100" y="3276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Policy vs traffic</a:t>
            </a:r>
          </a:p>
        </p:txBody>
      </p:sp>
      <p:sp>
        <p:nvSpPr>
          <p:cNvPr id="29" name="">
            <a:extLst xmlns:a="http://schemas.openxmlformats.org/drawingml/2006/main">
              <a:ext uri="{FF2B5EF4-FFF2-40B4-BE49-F238E27FC236}">
                <a16:creationId xmlns:a16="http://schemas.microsoft.com/office/drawing/2014/main" id="{D0FD1023-54CD-4D4E-85D1-5B3B808AAB8B}"/>
              </a:ext>
            </a:extLst>
          </p:cNvPr>
          <p:cNvSpPr>
            <a:spLocks xmlns:a="http://schemas.openxmlformats.org/drawingml/2006/main" noGrp="1"/>
          </p:cNvSpPr>
          <p:nvPr/>
        </p:nvSpPr>
        <p:spPr>
          <a:xfrm xmlns:a="http://schemas.openxmlformats.org/drawingml/2006/main">
            <a:off x="9858375" y="2886075"/>
            <a:ext cx="285750" cy="361950"/>
          </a:xfrm>
          <a:prstGeom xmlns:a="http://schemas.openxmlformats.org/drawingml/2006/main" prst="rightArrow">
            <a:avLst/>
          </a:prstGeom>
          <a:solidFill xmlns:a="http://schemas.openxmlformats.org/drawingml/2006/main">
            <a:srgbClr val="26364D"/>
          </a:solidFill>
          <a:ln xmlns:a="http://schemas.openxmlformats.org/drawingml/2006/main" w="0">
            <a:solidFill>
              <a:srgbClr val="26364D"/>
            </a:solidFill>
            <a:prstDash val="solid"/>
          </a:ln>
        </p:spPr>
      </p:sp>
      <p:sp>
        <p:nvSpPr>
          <p:cNvPr id="30" name="">
            <a:extLst xmlns:a="http://schemas.openxmlformats.org/drawingml/2006/main">
              <a:ext uri="{FF2B5EF4-FFF2-40B4-BE49-F238E27FC236}">
                <a16:creationId xmlns:a16="http://schemas.microsoft.com/office/drawing/2014/main" id="{B648651F-2B46-4E4A-966E-A68BE6F2B1A5}"/>
              </a:ext>
            </a:extLst>
          </p:cNvPr>
          <p:cNvSpPr>
            <a:spLocks xmlns:a="http://schemas.openxmlformats.org/drawingml/2006/main" noGrp="1"/>
          </p:cNvSpPr>
          <p:nvPr/>
        </p:nvSpPr>
        <p:spPr>
          <a:xfrm xmlns:a="http://schemas.openxmlformats.org/drawingml/2006/main">
            <a:off x="10172700" y="2190750"/>
            <a:ext cx="1571625" cy="1809750"/>
          </a:xfrm>
          <a:prstGeom xmlns:a="http://schemas.openxmlformats.org/drawingml/2006/main" prst="roundRect">
            <a:avLst>
              <a:gd name="adj" fmla="val 7273"/>
            </a:avLst>
          </a:prstGeom>
          <a:solidFill xmlns:a="http://schemas.openxmlformats.org/drawingml/2006/main">
            <a:srgbClr val="0F1C2E"/>
          </a:solidFill>
          <a:ln xmlns:a="http://schemas.openxmlformats.org/drawingml/2006/main" w="9525">
            <a:solidFill>
              <a:srgbClr val="26364D"/>
            </a:solidFill>
            <a:prstDash val="solid"/>
          </a:ln>
        </p:spPr>
      </p:sp>
      <p:sp>
        <p:nvSpPr>
          <p:cNvPr id="31" name="">
            <a:extLst xmlns:a="http://schemas.openxmlformats.org/drawingml/2006/main">
              <a:ext uri="{FF2B5EF4-FFF2-40B4-BE49-F238E27FC236}">
                <a16:creationId xmlns:a16="http://schemas.microsoft.com/office/drawing/2014/main" id="{00CD58D5-65ED-4727-9D49-66DC9978D8D3}"/>
              </a:ext>
            </a:extLst>
          </p:cNvPr>
          <p:cNvSpPr>
            <a:spLocks xmlns:a="http://schemas.openxmlformats.org/drawingml/2006/main" noGrp="1"/>
          </p:cNvSpPr>
          <p:nvPr/>
        </p:nvSpPr>
        <p:spPr>
          <a:xfrm xmlns:a="http://schemas.openxmlformats.org/drawingml/2006/main">
            <a:off x="10344150" y="2362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34D399"/>
                </a:solidFill>
              </a:defRPr>
            </a:defPPr>
            <a:lvl1pPr algn="l">
              <a:defRPr sz="1050" b="1" i="0">
                <a:solidFill>
                  <a:srgbClr val="34D399"/>
                </a:solidFill>
              </a:defRPr>
            </a:lvl1pPr>
            <a:lvl2pPr algn="l">
              <a:defRPr sz="1050" b="1" i="0">
                <a:solidFill>
                  <a:srgbClr val="34D399"/>
                </a:solidFill>
              </a:defRPr>
            </a:lvl2pPr>
            <a:lvl3pPr algn="l">
              <a:defRPr sz="1050" b="1" i="0">
                <a:solidFill>
                  <a:srgbClr val="34D399"/>
                </a:solidFill>
              </a:defRPr>
            </a:lvl3pPr>
            <a:lvl4pPr algn="l">
              <a:defRPr sz="1050" b="1" i="0">
                <a:solidFill>
                  <a:srgbClr val="34D399"/>
                </a:solidFill>
              </a:defRPr>
            </a:lvl4pPr>
            <a:lvl5pPr algn="l">
              <a:defRPr sz="1050" b="1" i="0">
                <a:solidFill>
                  <a:srgbClr val="34D399"/>
                </a:solidFill>
              </a:defRPr>
            </a:lvl5pPr>
            <a:lvl6pPr algn="l">
              <a:defRPr sz="1050" b="1" i="0">
                <a:solidFill>
                  <a:srgbClr val="34D399"/>
                </a:solidFill>
              </a:defRPr>
            </a:lvl6pPr>
            <a:lvl7pPr algn="l">
              <a:defRPr sz="1050" b="1" i="0">
                <a:solidFill>
                  <a:srgbClr val="34D399"/>
                </a:solidFill>
              </a:defRPr>
            </a:lvl7pPr>
            <a:lvl8pPr algn="l">
              <a:defRPr sz="1050" b="1" i="0">
                <a:solidFill>
                  <a:srgbClr val="34D399"/>
                </a:solidFill>
              </a:defRPr>
            </a:lvl8pPr>
            <a:lvl9pPr algn="l">
              <a:defRPr sz="1050" b="1" i="0">
                <a:solidFill>
                  <a:srgbClr val="34D399"/>
                </a:solidFill>
              </a:defRPr>
            </a:lvl9pPr>
          </a:lstStyle>
          <a:p xmlns:a="http://schemas.openxmlformats.org/drawingml/2006/main">
            <a:pPr algn="l">
              <a:defRPr sz="1050" b="1" i="0">
                <a:solidFill>
                  <a:srgbClr val="34D399"/>
                </a:solidFill>
              </a:defRPr>
            </a:pPr>
            <a:r>
              <a:rPr sz="1050" b="1" i="0">
                <a:solidFill>
                  <a:srgbClr val="34D399"/>
                </a:solidFill>
              </a:rPr>
              <a:t>06</a:t>
            </a:r>
          </a:p>
        </p:txBody>
      </p:sp>
      <p:sp>
        <p:nvSpPr>
          <p:cNvPr id="32" name="">
            <a:extLst xmlns:a="http://schemas.openxmlformats.org/drawingml/2006/main">
              <a:ext uri="{FF2B5EF4-FFF2-40B4-BE49-F238E27FC236}">
                <a16:creationId xmlns:a16="http://schemas.microsoft.com/office/drawing/2014/main" id="{3A160EF4-D396-4E67-A1D7-55D5283AACB2}"/>
              </a:ext>
            </a:extLst>
          </p:cNvPr>
          <p:cNvSpPr>
            <a:spLocks xmlns:a="http://schemas.openxmlformats.org/drawingml/2006/main" noGrp="1"/>
          </p:cNvSpPr>
          <p:nvPr/>
        </p:nvSpPr>
        <p:spPr>
          <a:xfrm xmlns:a="http://schemas.openxmlformats.org/drawingml/2006/main">
            <a:off x="10344150" y="28003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i="0">
                <a:solidFill>
                  <a:srgbClr val="F8FAFC"/>
                </a:solidFill>
              </a:defRPr>
            </a:defPPr>
            <a:lvl1pPr algn="l">
              <a:defRPr sz="1875" b="1" i="0">
                <a:solidFill>
                  <a:srgbClr val="F8FAFC"/>
                </a:solidFill>
              </a:defRPr>
            </a:lvl1pPr>
            <a:lvl2pPr algn="l">
              <a:defRPr sz="1875" b="1" i="0">
                <a:solidFill>
                  <a:srgbClr val="F8FAFC"/>
                </a:solidFill>
              </a:defRPr>
            </a:lvl2pPr>
            <a:lvl3pPr algn="l">
              <a:defRPr sz="1875" b="1" i="0">
                <a:solidFill>
                  <a:srgbClr val="F8FAFC"/>
                </a:solidFill>
              </a:defRPr>
            </a:lvl3pPr>
            <a:lvl4pPr algn="l">
              <a:defRPr sz="1875" b="1" i="0">
                <a:solidFill>
                  <a:srgbClr val="F8FAFC"/>
                </a:solidFill>
              </a:defRPr>
            </a:lvl4pPr>
            <a:lvl5pPr algn="l">
              <a:defRPr sz="1875" b="1" i="0">
                <a:solidFill>
                  <a:srgbClr val="F8FAFC"/>
                </a:solidFill>
              </a:defRPr>
            </a:lvl5pPr>
            <a:lvl6pPr algn="l">
              <a:defRPr sz="1875" b="1" i="0">
                <a:solidFill>
                  <a:srgbClr val="F8FAFC"/>
                </a:solidFill>
              </a:defRPr>
            </a:lvl6pPr>
            <a:lvl7pPr algn="l">
              <a:defRPr sz="1875" b="1" i="0">
                <a:solidFill>
                  <a:srgbClr val="F8FAFC"/>
                </a:solidFill>
              </a:defRPr>
            </a:lvl7pPr>
            <a:lvl8pPr algn="l">
              <a:defRPr sz="1875" b="1" i="0">
                <a:solidFill>
                  <a:srgbClr val="F8FAFC"/>
                </a:solidFill>
              </a:defRPr>
            </a:lvl8pPr>
            <a:lvl9pPr algn="l">
              <a:defRPr sz="1875" b="1" i="0">
                <a:solidFill>
                  <a:srgbClr val="F8FAFC"/>
                </a:solidFill>
              </a:defRPr>
            </a:lvl9pPr>
          </a:lstStyle>
          <a:p xmlns:a="http://schemas.openxmlformats.org/drawingml/2006/main">
            <a:pPr algn="l">
              <a:defRPr sz="1875" b="1" i="0">
                <a:solidFill>
                  <a:srgbClr val="F8FAFC"/>
                </a:solidFill>
              </a:defRPr>
            </a:pPr>
            <a:r>
              <a:rPr sz="1875" b="1" i="0">
                <a:solidFill>
                  <a:srgbClr val="F8FAFC"/>
                </a:solidFill>
              </a:rPr>
              <a:t>Report</a:t>
            </a:r>
          </a:p>
        </p:txBody>
      </p:sp>
      <p:sp>
        <p:nvSpPr>
          <p:cNvPr id="33" name="">
            <a:extLst xmlns:a="http://schemas.openxmlformats.org/drawingml/2006/main">
              <a:ext uri="{FF2B5EF4-FFF2-40B4-BE49-F238E27FC236}">
                <a16:creationId xmlns:a16="http://schemas.microsoft.com/office/drawing/2014/main" id="{97B5DAA6-7094-40CA-A482-184A30DB5C52}"/>
              </a:ext>
            </a:extLst>
          </p:cNvPr>
          <p:cNvSpPr>
            <a:spLocks xmlns:a="http://schemas.openxmlformats.org/drawingml/2006/main" noGrp="1"/>
          </p:cNvSpPr>
          <p:nvPr/>
        </p:nvSpPr>
        <p:spPr>
          <a:xfrm xmlns:a="http://schemas.openxmlformats.org/drawingml/2006/main">
            <a:off x="10344150" y="3276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i="0">
                <a:solidFill>
                  <a:srgbClr val="9AAAC0"/>
                </a:solidFill>
              </a:defRPr>
            </a:defPPr>
            <a:lvl1pPr algn="l">
              <a:defRPr sz="1200" b="0" i="0">
                <a:solidFill>
                  <a:srgbClr val="9AAAC0"/>
                </a:solidFill>
              </a:defRPr>
            </a:lvl1pPr>
            <a:lvl2pPr algn="l">
              <a:defRPr sz="1200" b="0" i="0">
                <a:solidFill>
                  <a:srgbClr val="9AAAC0"/>
                </a:solidFill>
              </a:defRPr>
            </a:lvl2pPr>
            <a:lvl3pPr algn="l">
              <a:defRPr sz="1200" b="0" i="0">
                <a:solidFill>
                  <a:srgbClr val="9AAAC0"/>
                </a:solidFill>
              </a:defRPr>
            </a:lvl3pPr>
            <a:lvl4pPr algn="l">
              <a:defRPr sz="1200" b="0" i="0">
                <a:solidFill>
                  <a:srgbClr val="9AAAC0"/>
                </a:solidFill>
              </a:defRPr>
            </a:lvl4pPr>
            <a:lvl5pPr algn="l">
              <a:defRPr sz="1200" b="0" i="0">
                <a:solidFill>
                  <a:srgbClr val="9AAAC0"/>
                </a:solidFill>
              </a:defRPr>
            </a:lvl5pPr>
            <a:lvl6pPr algn="l">
              <a:defRPr sz="1200" b="0" i="0">
                <a:solidFill>
                  <a:srgbClr val="9AAAC0"/>
                </a:solidFill>
              </a:defRPr>
            </a:lvl6pPr>
            <a:lvl7pPr algn="l">
              <a:defRPr sz="1200" b="0" i="0">
                <a:solidFill>
                  <a:srgbClr val="9AAAC0"/>
                </a:solidFill>
              </a:defRPr>
            </a:lvl7pPr>
            <a:lvl8pPr algn="l">
              <a:defRPr sz="1200" b="0" i="0">
                <a:solidFill>
                  <a:srgbClr val="9AAAC0"/>
                </a:solidFill>
              </a:defRPr>
            </a:lvl8pPr>
            <a:lvl9pPr algn="l">
              <a:defRPr sz="1200" b="0" i="0">
                <a:solidFill>
                  <a:srgbClr val="9AAAC0"/>
                </a:solidFill>
              </a:defRPr>
            </a:lvl9pPr>
          </a:lstStyle>
          <a:p xmlns:a="http://schemas.openxmlformats.org/drawingml/2006/main">
            <a:pPr algn="l">
              <a:defRPr sz="1200" b="0" i="0">
                <a:solidFill>
                  <a:srgbClr val="9AAAC0"/>
                </a:solidFill>
              </a:defRPr>
            </a:pPr>
            <a:r>
              <a:rPr sz="1200" b="0" i="0">
                <a:solidFill>
                  <a:srgbClr val="9AAAC0"/>
                </a:solidFill>
              </a:rPr>
              <a:t>Dashboard and exports</a:t>
            </a:r>
          </a:p>
        </p:txBody>
      </p:sp>
      <p:sp>
        <p:nvSpPr>
          <p:cNvPr id="34" name="">
            <a:extLst xmlns:a="http://schemas.openxmlformats.org/drawingml/2006/main">
              <a:ext uri="{FF2B5EF4-FFF2-40B4-BE49-F238E27FC236}">
                <a16:creationId xmlns:a16="http://schemas.microsoft.com/office/drawing/2014/main" id="{B2312582-DDC7-409B-B537-B747560F0430}"/>
              </a:ext>
            </a:extLst>
          </p:cNvPr>
          <p:cNvSpPr>
            <a:spLocks xmlns:a="http://schemas.openxmlformats.org/drawingml/2006/main" noGrp="1"/>
          </p:cNvSpPr>
          <p:nvPr/>
        </p:nvSpPr>
        <p:spPr>
          <a:xfrm xmlns:a="http://schemas.openxmlformats.org/drawingml/2006/main">
            <a:off x="1666875" y="4762500"/>
            <a:ext cx="885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0" i="0">
                <a:solidFill>
                  <a:srgbClr val="F8FAFC"/>
                </a:solidFill>
              </a:defRPr>
            </a:defPPr>
            <a:lvl1pPr algn="ctr">
              <a:defRPr sz="1650" b="0" i="0">
                <a:solidFill>
                  <a:srgbClr val="F8FAFC"/>
                </a:solidFill>
              </a:defRPr>
            </a:lvl1pPr>
            <a:lvl2pPr algn="ctr">
              <a:defRPr sz="1650" b="0" i="0">
                <a:solidFill>
                  <a:srgbClr val="F8FAFC"/>
                </a:solidFill>
              </a:defRPr>
            </a:lvl2pPr>
            <a:lvl3pPr algn="ctr">
              <a:defRPr sz="1650" b="0" i="0">
                <a:solidFill>
                  <a:srgbClr val="F8FAFC"/>
                </a:solidFill>
              </a:defRPr>
            </a:lvl3pPr>
            <a:lvl4pPr algn="ctr">
              <a:defRPr sz="1650" b="0" i="0">
                <a:solidFill>
                  <a:srgbClr val="F8FAFC"/>
                </a:solidFill>
              </a:defRPr>
            </a:lvl4pPr>
            <a:lvl5pPr algn="ctr">
              <a:defRPr sz="1650" b="0" i="0">
                <a:solidFill>
                  <a:srgbClr val="F8FAFC"/>
                </a:solidFill>
              </a:defRPr>
            </a:lvl5pPr>
            <a:lvl6pPr algn="ctr">
              <a:defRPr sz="1650" b="0" i="0">
                <a:solidFill>
                  <a:srgbClr val="F8FAFC"/>
                </a:solidFill>
              </a:defRPr>
            </a:lvl6pPr>
            <a:lvl7pPr algn="ctr">
              <a:defRPr sz="1650" b="0" i="0">
                <a:solidFill>
                  <a:srgbClr val="F8FAFC"/>
                </a:solidFill>
              </a:defRPr>
            </a:lvl7pPr>
            <a:lvl8pPr algn="ctr">
              <a:defRPr sz="1650" b="0" i="0">
                <a:solidFill>
                  <a:srgbClr val="F8FAFC"/>
                </a:solidFill>
              </a:defRPr>
            </a:lvl8pPr>
            <a:lvl9pPr algn="ctr">
              <a:defRPr sz="1650" b="0" i="0">
                <a:solidFill>
                  <a:srgbClr val="F8FAFC"/>
                </a:solidFill>
              </a:defRPr>
            </a:lvl9pPr>
          </a:lstStyle>
          <a:p xmlns:a="http://schemas.openxmlformats.org/drawingml/2006/main">
            <a:pPr algn="ctr">
              <a:defRPr sz="1650" b="0" i="0">
                <a:solidFill>
                  <a:srgbClr val="F8FAFC"/>
                </a:solidFill>
              </a:defRPr>
            </a:pPr>
            <a:r>
              <a:rPr sz="1650" b="0" i="0">
                <a:solidFill>
                  <a:srgbClr val="F8FAFC"/>
                </a:solidFill>
              </a:rPr>
              <a:t>Evidence keeps its source, direction, key, domain and traffic ownership so every result can be traced back to network observations.</a:t>
            </a:r>
          </a:p>
        </p:txBody>
      </p:sp>
      <p:sp>
        <p:nvSpPr>
          <p:cNvPr id="35" name="">
            <a:extLst xmlns:a="http://schemas.openxmlformats.org/drawingml/2006/main">
              <a:ext uri="{FF2B5EF4-FFF2-40B4-BE49-F238E27FC236}">
                <a16:creationId xmlns:a16="http://schemas.microsoft.com/office/drawing/2014/main" id="{DDB1C791-64DF-429A-B119-B9B58B4CD437}"/>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36" name="">
            <a:extLst xmlns:a="http://schemas.openxmlformats.org/drawingml/2006/main">
              <a:ext uri="{FF2B5EF4-FFF2-40B4-BE49-F238E27FC236}">
                <a16:creationId xmlns:a16="http://schemas.microsoft.com/office/drawing/2014/main" id="{7854BD1F-F6D8-46F9-9E28-BF6EF0E0895F}"/>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1931136600"/>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36FA713-EB15-46C9-AEAF-938539E2FF76}"/>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DETECTION</a:t>
            </a:r>
          </a:p>
        </p:txBody>
      </p:sp>
      <p:sp>
        <p:nvSpPr>
          <p:cNvPr id="2" name="">
            <a:extLst xmlns:a="http://schemas.openxmlformats.org/drawingml/2006/main">
              <a:ext uri="{FF2B5EF4-FFF2-40B4-BE49-F238E27FC236}">
                <a16:creationId xmlns:a16="http://schemas.microsoft.com/office/drawing/2014/main" id="{69ABF1F8-EA78-4560-8CB7-925826BF3DBB}"/>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What the framework can observe</a:t>
            </a:r>
          </a:p>
        </p:txBody>
      </p:sp>
      <p:sp>
        <p:nvSpPr>
          <p:cNvPr id="3" name="">
            <a:extLst xmlns:a="http://schemas.openxmlformats.org/drawingml/2006/main">
              <a:ext uri="{FF2B5EF4-FFF2-40B4-BE49-F238E27FC236}">
                <a16:creationId xmlns:a16="http://schemas.microsoft.com/office/drawing/2014/main" id="{38FB34B3-9883-43DB-B6C0-200E10F99993}"/>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05</a:t>
            </a:r>
          </a:p>
        </p:txBody>
      </p:sp>
      <p:sp>
        <p:nvSpPr>
          <p:cNvPr id="4" name="">
            <a:extLst xmlns:a="http://schemas.openxmlformats.org/drawingml/2006/main">
              <a:ext uri="{FF2B5EF4-FFF2-40B4-BE49-F238E27FC236}">
                <a16:creationId xmlns:a16="http://schemas.microsoft.com/office/drawing/2014/main" id="{C0C561C4-E662-46F1-A5C9-5CF70C3B8DFF}"/>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06EE5B44-4697-46BE-86D1-F1253D88F4C3}"/>
              </a:ext>
            </a:extLst>
          </p:cNvPr>
          <p:cNvSpPr>
            <a:spLocks xmlns:a="http://schemas.openxmlformats.org/drawingml/2006/main" noGrp="1"/>
          </p:cNvSpPr>
          <p:nvPr/>
        </p:nvSpPr>
        <p:spPr>
          <a:xfrm xmlns:a="http://schemas.openxmlformats.org/drawingml/2006/main">
            <a:off x="857250" y="17335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6" name="">
            <a:extLst xmlns:a="http://schemas.openxmlformats.org/drawingml/2006/main">
              <a:ext uri="{FF2B5EF4-FFF2-40B4-BE49-F238E27FC236}">
                <a16:creationId xmlns:a16="http://schemas.microsoft.com/office/drawing/2014/main" id="{F944C4C9-AD73-4702-92FB-948FF0B62DCE}"/>
              </a:ext>
            </a:extLst>
          </p:cNvPr>
          <p:cNvSpPr>
            <a:spLocks xmlns:a="http://schemas.openxmlformats.org/drawingml/2006/main" noGrp="1"/>
          </p:cNvSpPr>
          <p:nvPr/>
        </p:nvSpPr>
        <p:spPr>
          <a:xfrm xmlns:a="http://schemas.openxmlformats.org/drawingml/2006/main">
            <a:off x="1085850" y="1666875"/>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Locations</a:t>
            </a:r>
          </a:p>
        </p:txBody>
      </p:sp>
      <p:sp>
        <p:nvSpPr>
          <p:cNvPr id="7" name="">
            <a:extLst xmlns:a="http://schemas.openxmlformats.org/drawingml/2006/main">
              <a:ext uri="{FF2B5EF4-FFF2-40B4-BE49-F238E27FC236}">
                <a16:creationId xmlns:a16="http://schemas.microsoft.com/office/drawing/2014/main" id="{E785BE4D-9BC2-4A95-AF2F-1709E8DA25C5}"/>
              </a:ext>
            </a:extLst>
          </p:cNvPr>
          <p:cNvSpPr>
            <a:spLocks xmlns:a="http://schemas.openxmlformats.org/drawingml/2006/main" noGrp="1"/>
          </p:cNvSpPr>
          <p:nvPr/>
        </p:nvSpPr>
        <p:spPr>
          <a:xfrm xmlns:a="http://schemas.openxmlformats.org/drawingml/2006/main">
            <a:off x="1085850" y="19526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URL, query, headers, cookies, request and response bodies</a:t>
            </a:r>
          </a:p>
        </p:txBody>
      </p:sp>
      <p:sp>
        <p:nvSpPr>
          <p:cNvPr id="8" name="">
            <a:extLst xmlns:a="http://schemas.openxmlformats.org/drawingml/2006/main">
              <a:ext uri="{FF2B5EF4-FFF2-40B4-BE49-F238E27FC236}">
                <a16:creationId xmlns:a16="http://schemas.microsoft.com/office/drawing/2014/main" id="{F6A165FC-5FBB-491E-B052-02F7B3899287}"/>
              </a:ext>
            </a:extLst>
          </p:cNvPr>
          <p:cNvSpPr>
            <a:spLocks xmlns:a="http://schemas.openxmlformats.org/drawingml/2006/main" noGrp="1"/>
          </p:cNvSpPr>
          <p:nvPr/>
        </p:nvSpPr>
        <p:spPr>
          <a:xfrm xmlns:a="http://schemas.openxmlformats.org/drawingml/2006/main">
            <a:off x="857250" y="2924175"/>
            <a:ext cx="104775" cy="104775"/>
          </a:xfrm>
          <a:prstGeom xmlns:a="http://schemas.openxmlformats.org/drawingml/2006/main" prst="ellipse">
            <a:avLst/>
          </a:prstGeom>
          <a:solidFill xmlns:a="http://schemas.openxmlformats.org/drawingml/2006/main">
            <a:srgbClr val="2DD4BF"/>
          </a:solidFill>
          <a:ln xmlns:a="http://schemas.openxmlformats.org/drawingml/2006/main" w="0">
            <a:solidFill>
              <a:srgbClr val="2DD4BF"/>
            </a:solidFill>
            <a:prstDash val="solid"/>
          </a:ln>
        </p:spPr>
      </p:sp>
      <p:sp>
        <p:nvSpPr>
          <p:cNvPr id="9" name="">
            <a:extLst xmlns:a="http://schemas.openxmlformats.org/drawingml/2006/main">
              <a:ext uri="{FF2B5EF4-FFF2-40B4-BE49-F238E27FC236}">
                <a16:creationId xmlns:a16="http://schemas.microsoft.com/office/drawing/2014/main" id="{89252E0D-C100-4DD0-8DEA-7889B9167C09}"/>
              </a:ext>
            </a:extLst>
          </p:cNvPr>
          <p:cNvSpPr>
            <a:spLocks xmlns:a="http://schemas.openxmlformats.org/drawingml/2006/main" noGrp="1"/>
          </p:cNvSpPr>
          <p:nvPr/>
        </p:nvSpPr>
        <p:spPr>
          <a:xfrm xmlns:a="http://schemas.openxmlformats.org/drawingml/2006/main">
            <a:off x="1085850" y="285750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Structures</a:t>
            </a:r>
          </a:p>
        </p:txBody>
      </p:sp>
      <p:sp>
        <p:nvSpPr>
          <p:cNvPr id="10" name="">
            <a:extLst xmlns:a="http://schemas.openxmlformats.org/drawingml/2006/main">
              <a:ext uri="{FF2B5EF4-FFF2-40B4-BE49-F238E27FC236}">
                <a16:creationId xmlns:a16="http://schemas.microsoft.com/office/drawing/2014/main" id="{8726BF49-CEDE-41DF-86C6-6070932C6307}"/>
              </a:ext>
            </a:extLst>
          </p:cNvPr>
          <p:cNvSpPr>
            <a:spLocks xmlns:a="http://schemas.openxmlformats.org/drawingml/2006/main" noGrp="1"/>
          </p:cNvSpPr>
          <p:nvPr/>
        </p:nvSpPr>
        <p:spPr>
          <a:xfrm xmlns:a="http://schemas.openxmlformats.org/drawingml/2006/main">
            <a:off x="1085850" y="31432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Nested JSON, form fields, multipart and repeated parameters</a:t>
            </a:r>
          </a:p>
        </p:txBody>
      </p:sp>
      <p:sp>
        <p:nvSpPr>
          <p:cNvPr id="11" name="">
            <a:extLst xmlns:a="http://schemas.openxmlformats.org/drawingml/2006/main">
              <a:ext uri="{FF2B5EF4-FFF2-40B4-BE49-F238E27FC236}">
                <a16:creationId xmlns:a16="http://schemas.microsoft.com/office/drawing/2014/main" id="{A1383B3A-178E-4605-AFDA-CE9B91B252DD}"/>
              </a:ext>
            </a:extLst>
          </p:cNvPr>
          <p:cNvSpPr>
            <a:spLocks xmlns:a="http://schemas.openxmlformats.org/drawingml/2006/main" noGrp="1"/>
          </p:cNvSpPr>
          <p:nvPr/>
        </p:nvSpPr>
        <p:spPr>
          <a:xfrm xmlns:a="http://schemas.openxmlformats.org/drawingml/2006/main">
            <a:off x="857250" y="4114800"/>
            <a:ext cx="104775" cy="104775"/>
          </a:xfrm>
          <a:prstGeom xmlns:a="http://schemas.openxmlformats.org/drawingml/2006/main" prst="ellipse">
            <a:avLst/>
          </a:prstGeom>
          <a:solidFill xmlns:a="http://schemas.openxmlformats.org/drawingml/2006/main">
            <a:srgbClr val="60A5FA"/>
          </a:solidFill>
          <a:ln xmlns:a="http://schemas.openxmlformats.org/drawingml/2006/main" w="0">
            <a:solidFill>
              <a:srgbClr val="60A5FA"/>
            </a:solidFill>
            <a:prstDash val="solid"/>
          </a:ln>
        </p:spPr>
      </p:sp>
      <p:sp>
        <p:nvSpPr>
          <p:cNvPr id="12" name="">
            <a:extLst xmlns:a="http://schemas.openxmlformats.org/drawingml/2006/main">
              <a:ext uri="{FF2B5EF4-FFF2-40B4-BE49-F238E27FC236}">
                <a16:creationId xmlns:a16="http://schemas.microsoft.com/office/drawing/2014/main" id="{8E488702-7439-44D6-84EC-E0315A253AED}"/>
              </a:ext>
            </a:extLst>
          </p:cNvPr>
          <p:cNvSpPr>
            <a:spLocks xmlns:a="http://schemas.openxmlformats.org/drawingml/2006/main" noGrp="1"/>
          </p:cNvSpPr>
          <p:nvPr/>
        </p:nvSpPr>
        <p:spPr>
          <a:xfrm xmlns:a="http://schemas.openxmlformats.org/drawingml/2006/main">
            <a:off x="1085850" y="4048125"/>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Encodings</a:t>
            </a:r>
          </a:p>
        </p:txBody>
      </p:sp>
      <p:sp>
        <p:nvSpPr>
          <p:cNvPr id="13" name="">
            <a:extLst xmlns:a="http://schemas.openxmlformats.org/drawingml/2006/main">
              <a:ext uri="{FF2B5EF4-FFF2-40B4-BE49-F238E27FC236}">
                <a16:creationId xmlns:a16="http://schemas.microsoft.com/office/drawing/2014/main" id="{88D168C3-F6A7-49BE-83AA-AC6486EF8021}"/>
              </a:ext>
            </a:extLst>
          </p:cNvPr>
          <p:cNvSpPr>
            <a:spLocks xmlns:a="http://schemas.openxmlformats.org/drawingml/2006/main" noGrp="1"/>
          </p:cNvSpPr>
          <p:nvPr/>
        </p:nvSpPr>
        <p:spPr>
          <a:xfrm xmlns:a="http://schemas.openxmlformats.org/drawingml/2006/main">
            <a:off x="1085850" y="43338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Base64, Base64url, gzip, deflate and declared character sets</a:t>
            </a:r>
          </a:p>
        </p:txBody>
      </p:sp>
      <p:sp>
        <p:nvSpPr>
          <p:cNvPr id="14" name="">
            <a:extLst xmlns:a="http://schemas.openxmlformats.org/drawingml/2006/main">
              <a:ext uri="{FF2B5EF4-FFF2-40B4-BE49-F238E27FC236}">
                <a16:creationId xmlns:a16="http://schemas.microsoft.com/office/drawing/2014/main" id="{8521F150-0632-4E8E-A5AD-E8E53F5C5A44}"/>
              </a:ext>
            </a:extLst>
          </p:cNvPr>
          <p:cNvSpPr>
            <a:spLocks xmlns:a="http://schemas.openxmlformats.org/drawingml/2006/main" noGrp="1"/>
          </p:cNvSpPr>
          <p:nvPr/>
        </p:nvSpPr>
        <p:spPr>
          <a:xfrm xmlns:a="http://schemas.openxmlformats.org/drawingml/2006/main">
            <a:off x="6191250" y="1619250"/>
            <a:ext cx="5095875" cy="3810000"/>
          </a:xfrm>
          <a:prstGeom xmlns:a="http://schemas.openxmlformats.org/drawingml/2006/main" prst="roundRect">
            <a:avLst>
              <a:gd name="adj" fmla="val 4000"/>
            </a:avLst>
          </a:prstGeom>
          <a:solidFill xmlns:a="http://schemas.openxmlformats.org/drawingml/2006/main">
            <a:srgbClr val="0F1C2E"/>
          </a:solidFill>
          <a:ln xmlns:a="http://schemas.openxmlformats.org/drawingml/2006/main" w="9525">
            <a:solidFill>
              <a:srgbClr val="26364D"/>
            </a:solidFill>
            <a:prstDash val="solid"/>
          </a:ln>
        </p:spPr>
      </p:sp>
      <p:sp>
        <p:nvSpPr>
          <p:cNvPr id="15" name="">
            <a:extLst xmlns:a="http://schemas.openxmlformats.org/drawingml/2006/main">
              <a:ext uri="{FF2B5EF4-FFF2-40B4-BE49-F238E27FC236}">
                <a16:creationId xmlns:a16="http://schemas.microsoft.com/office/drawing/2014/main" id="{5ACFAC70-F277-4936-ACBB-AA1DCE287278}"/>
              </a:ext>
            </a:extLst>
          </p:cNvPr>
          <p:cNvSpPr>
            <a:spLocks xmlns:a="http://schemas.openxmlformats.org/drawingml/2006/main" noGrp="1"/>
          </p:cNvSpPr>
          <p:nvPr/>
        </p:nvSpPr>
        <p:spPr>
          <a:xfrm xmlns:a="http://schemas.openxmlformats.org/drawingml/2006/main">
            <a:off x="6572250" y="1952625"/>
            <a:ext cx="433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i="0">
                <a:solidFill>
                  <a:srgbClr val="F8FAFC"/>
                </a:solidFill>
              </a:defRPr>
            </a:defPPr>
            <a:lvl1pPr algn="l">
              <a:defRPr sz="1950" b="1" i="0">
                <a:solidFill>
                  <a:srgbClr val="F8FAFC"/>
                </a:solidFill>
              </a:defRPr>
            </a:lvl1pPr>
            <a:lvl2pPr algn="l">
              <a:defRPr sz="1950" b="1" i="0">
                <a:solidFill>
                  <a:srgbClr val="F8FAFC"/>
                </a:solidFill>
              </a:defRPr>
            </a:lvl2pPr>
            <a:lvl3pPr algn="l">
              <a:defRPr sz="1950" b="1" i="0">
                <a:solidFill>
                  <a:srgbClr val="F8FAFC"/>
                </a:solidFill>
              </a:defRPr>
            </a:lvl3pPr>
            <a:lvl4pPr algn="l">
              <a:defRPr sz="1950" b="1" i="0">
                <a:solidFill>
                  <a:srgbClr val="F8FAFC"/>
                </a:solidFill>
              </a:defRPr>
            </a:lvl4pPr>
            <a:lvl5pPr algn="l">
              <a:defRPr sz="1950" b="1" i="0">
                <a:solidFill>
                  <a:srgbClr val="F8FAFC"/>
                </a:solidFill>
              </a:defRPr>
            </a:lvl5pPr>
            <a:lvl6pPr algn="l">
              <a:defRPr sz="1950" b="1" i="0">
                <a:solidFill>
                  <a:srgbClr val="F8FAFC"/>
                </a:solidFill>
              </a:defRPr>
            </a:lvl6pPr>
            <a:lvl7pPr algn="l">
              <a:defRPr sz="1950" b="1" i="0">
                <a:solidFill>
                  <a:srgbClr val="F8FAFC"/>
                </a:solidFill>
              </a:defRPr>
            </a:lvl7pPr>
            <a:lvl8pPr algn="l">
              <a:defRPr sz="1950" b="1" i="0">
                <a:solidFill>
                  <a:srgbClr val="F8FAFC"/>
                </a:solidFill>
              </a:defRPr>
            </a:lvl8pPr>
            <a:lvl9pPr algn="l">
              <a:defRPr sz="1950" b="1" i="0">
                <a:solidFill>
                  <a:srgbClr val="F8FAFC"/>
                </a:solidFill>
              </a:defRPr>
            </a:lvl9pPr>
          </a:lstStyle>
          <a:p xmlns:a="http://schemas.openxmlformats.org/drawingml/2006/main">
            <a:pPr algn="l">
              <a:defRPr sz="1950" b="1" i="0">
                <a:solidFill>
                  <a:srgbClr val="F8FAFC"/>
                </a:solidFill>
              </a:defRPr>
            </a:pPr>
            <a:r>
              <a:rPr sz="1950" b="1" i="0">
                <a:solidFill>
                  <a:srgbClr val="F8FAFC"/>
                </a:solidFill>
              </a:rPr>
              <a:t>Binary and structured protocols</a:t>
            </a:r>
          </a:p>
        </p:txBody>
      </p:sp>
      <p:sp>
        <p:nvSpPr>
          <p:cNvPr id="16" name="">
            <a:extLst xmlns:a="http://schemas.openxmlformats.org/drawingml/2006/main">
              <a:ext uri="{FF2B5EF4-FFF2-40B4-BE49-F238E27FC236}">
                <a16:creationId xmlns:a16="http://schemas.microsoft.com/office/drawing/2014/main" id="{FB12620E-C47A-47C6-B2CA-82AECDD0FED1}"/>
              </a:ext>
            </a:extLst>
          </p:cNvPr>
          <p:cNvSpPr>
            <a:spLocks xmlns:a="http://schemas.openxmlformats.org/drawingml/2006/main" noGrp="1"/>
          </p:cNvSpPr>
          <p:nvPr/>
        </p:nvSpPr>
        <p:spPr>
          <a:xfrm xmlns:a="http://schemas.openxmlformats.org/drawingml/2006/main">
            <a:off x="6572250" y="2667000"/>
            <a:ext cx="1857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A78BFA"/>
            </a:solidFill>
            <a:prstDash val="solid"/>
          </a:ln>
        </p:spPr>
      </p:sp>
      <p:sp>
        <p:nvSpPr>
          <p:cNvPr id="17" name="">
            <a:extLst xmlns:a="http://schemas.openxmlformats.org/drawingml/2006/main">
              <a:ext uri="{FF2B5EF4-FFF2-40B4-BE49-F238E27FC236}">
                <a16:creationId xmlns:a16="http://schemas.microsoft.com/office/drawing/2014/main" id="{2827BFC5-4B04-4D09-92C9-FDD1C2BE8F9A}"/>
              </a:ext>
            </a:extLst>
          </p:cNvPr>
          <p:cNvSpPr>
            <a:spLocks xmlns:a="http://schemas.openxmlformats.org/drawingml/2006/main" noGrp="1"/>
          </p:cNvSpPr>
          <p:nvPr/>
        </p:nvSpPr>
        <p:spPr>
          <a:xfrm xmlns:a="http://schemas.openxmlformats.org/drawingml/2006/main">
            <a:off x="6667500" y="269557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A78BFA"/>
                </a:solidFill>
              </a:defRPr>
            </a:defPPr>
            <a:lvl1pPr algn="ctr">
              <a:defRPr sz="1050" b="1" i="0">
                <a:solidFill>
                  <a:srgbClr val="A78BFA"/>
                </a:solidFill>
              </a:defRPr>
            </a:lvl1pPr>
            <a:lvl2pPr algn="ctr">
              <a:defRPr sz="1050" b="1" i="0">
                <a:solidFill>
                  <a:srgbClr val="A78BFA"/>
                </a:solidFill>
              </a:defRPr>
            </a:lvl2pPr>
            <a:lvl3pPr algn="ctr">
              <a:defRPr sz="1050" b="1" i="0">
                <a:solidFill>
                  <a:srgbClr val="A78BFA"/>
                </a:solidFill>
              </a:defRPr>
            </a:lvl3pPr>
            <a:lvl4pPr algn="ctr">
              <a:defRPr sz="1050" b="1" i="0">
                <a:solidFill>
                  <a:srgbClr val="A78BFA"/>
                </a:solidFill>
              </a:defRPr>
            </a:lvl4pPr>
            <a:lvl5pPr algn="ctr">
              <a:defRPr sz="1050" b="1" i="0">
                <a:solidFill>
                  <a:srgbClr val="A78BFA"/>
                </a:solidFill>
              </a:defRPr>
            </a:lvl5pPr>
            <a:lvl6pPr algn="ctr">
              <a:defRPr sz="1050" b="1" i="0">
                <a:solidFill>
                  <a:srgbClr val="A78BFA"/>
                </a:solidFill>
              </a:defRPr>
            </a:lvl6pPr>
            <a:lvl7pPr algn="ctr">
              <a:defRPr sz="1050" b="1" i="0">
                <a:solidFill>
                  <a:srgbClr val="A78BFA"/>
                </a:solidFill>
              </a:defRPr>
            </a:lvl7pPr>
            <a:lvl8pPr algn="ctr">
              <a:defRPr sz="1050" b="1" i="0">
                <a:solidFill>
                  <a:srgbClr val="A78BFA"/>
                </a:solidFill>
              </a:defRPr>
            </a:lvl8pPr>
            <a:lvl9pPr algn="ctr">
              <a:defRPr sz="1050" b="1" i="0">
                <a:solidFill>
                  <a:srgbClr val="A78BFA"/>
                </a:solidFill>
              </a:defRPr>
            </a:lvl9pPr>
          </a:lstStyle>
          <a:p xmlns:a="http://schemas.openxmlformats.org/drawingml/2006/main">
            <a:pPr algn="ctr">
              <a:defRPr sz="1050" b="1" i="0">
                <a:solidFill>
                  <a:srgbClr val="A78BFA"/>
                </a:solidFill>
              </a:defRPr>
            </a:pPr>
            <a:r>
              <a:rPr sz="1050" b="1" i="0">
                <a:solidFill>
                  <a:srgbClr val="A78BFA"/>
                </a:solidFill>
              </a:rPr>
              <a:t>Raw Protobuf</a:t>
            </a:r>
          </a:p>
        </p:txBody>
      </p:sp>
      <p:sp>
        <p:nvSpPr>
          <p:cNvPr id="18" name="">
            <a:extLst xmlns:a="http://schemas.openxmlformats.org/drawingml/2006/main">
              <a:ext uri="{FF2B5EF4-FFF2-40B4-BE49-F238E27FC236}">
                <a16:creationId xmlns:a16="http://schemas.microsoft.com/office/drawing/2014/main" id="{2A3EFB06-412A-4782-84AF-E32C4A50EC5F}"/>
              </a:ext>
            </a:extLst>
          </p:cNvPr>
          <p:cNvSpPr>
            <a:spLocks xmlns:a="http://schemas.openxmlformats.org/drawingml/2006/main" noGrp="1"/>
          </p:cNvSpPr>
          <p:nvPr/>
        </p:nvSpPr>
        <p:spPr>
          <a:xfrm xmlns:a="http://schemas.openxmlformats.org/drawingml/2006/main">
            <a:off x="8667750" y="2667000"/>
            <a:ext cx="1857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A78BFA"/>
            </a:solidFill>
            <a:prstDash val="solid"/>
          </a:ln>
        </p:spPr>
      </p:sp>
      <p:sp>
        <p:nvSpPr>
          <p:cNvPr id="19" name="">
            <a:extLst xmlns:a="http://schemas.openxmlformats.org/drawingml/2006/main">
              <a:ext uri="{FF2B5EF4-FFF2-40B4-BE49-F238E27FC236}">
                <a16:creationId xmlns:a16="http://schemas.microsoft.com/office/drawing/2014/main" id="{1B89D78E-4158-4E72-81F5-3BC044C0CF94}"/>
              </a:ext>
            </a:extLst>
          </p:cNvPr>
          <p:cNvSpPr>
            <a:spLocks xmlns:a="http://schemas.openxmlformats.org/drawingml/2006/main" noGrp="1"/>
          </p:cNvSpPr>
          <p:nvPr/>
        </p:nvSpPr>
        <p:spPr>
          <a:xfrm xmlns:a="http://schemas.openxmlformats.org/drawingml/2006/main">
            <a:off x="8763000" y="269557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A78BFA"/>
                </a:solidFill>
              </a:defRPr>
            </a:defPPr>
            <a:lvl1pPr algn="ctr">
              <a:defRPr sz="1050" b="1" i="0">
                <a:solidFill>
                  <a:srgbClr val="A78BFA"/>
                </a:solidFill>
              </a:defRPr>
            </a:lvl1pPr>
            <a:lvl2pPr algn="ctr">
              <a:defRPr sz="1050" b="1" i="0">
                <a:solidFill>
                  <a:srgbClr val="A78BFA"/>
                </a:solidFill>
              </a:defRPr>
            </a:lvl2pPr>
            <a:lvl3pPr algn="ctr">
              <a:defRPr sz="1050" b="1" i="0">
                <a:solidFill>
                  <a:srgbClr val="A78BFA"/>
                </a:solidFill>
              </a:defRPr>
            </a:lvl3pPr>
            <a:lvl4pPr algn="ctr">
              <a:defRPr sz="1050" b="1" i="0">
                <a:solidFill>
                  <a:srgbClr val="A78BFA"/>
                </a:solidFill>
              </a:defRPr>
            </a:lvl4pPr>
            <a:lvl5pPr algn="ctr">
              <a:defRPr sz="1050" b="1" i="0">
                <a:solidFill>
                  <a:srgbClr val="A78BFA"/>
                </a:solidFill>
              </a:defRPr>
            </a:lvl5pPr>
            <a:lvl6pPr algn="ctr">
              <a:defRPr sz="1050" b="1" i="0">
                <a:solidFill>
                  <a:srgbClr val="A78BFA"/>
                </a:solidFill>
              </a:defRPr>
            </a:lvl6pPr>
            <a:lvl7pPr algn="ctr">
              <a:defRPr sz="1050" b="1" i="0">
                <a:solidFill>
                  <a:srgbClr val="A78BFA"/>
                </a:solidFill>
              </a:defRPr>
            </a:lvl7pPr>
            <a:lvl8pPr algn="ctr">
              <a:defRPr sz="1050" b="1" i="0">
                <a:solidFill>
                  <a:srgbClr val="A78BFA"/>
                </a:solidFill>
              </a:defRPr>
            </a:lvl8pPr>
            <a:lvl9pPr algn="ctr">
              <a:defRPr sz="1050" b="1" i="0">
                <a:solidFill>
                  <a:srgbClr val="A78BFA"/>
                </a:solidFill>
              </a:defRPr>
            </a:lvl9pPr>
          </a:lstStyle>
          <a:p xmlns:a="http://schemas.openxmlformats.org/drawingml/2006/main">
            <a:pPr algn="ctr">
              <a:defRPr sz="1050" b="1" i="0">
                <a:solidFill>
                  <a:srgbClr val="A78BFA"/>
                </a:solidFill>
              </a:defRPr>
            </a:pPr>
            <a:r>
              <a:rPr sz="1050" b="1" i="0">
                <a:solidFill>
                  <a:srgbClr val="A78BFA"/>
                </a:solidFill>
              </a:rPr>
              <a:t>gRPC frames</a:t>
            </a:r>
          </a:p>
        </p:txBody>
      </p:sp>
      <p:sp>
        <p:nvSpPr>
          <p:cNvPr id="20" name="">
            <a:extLst xmlns:a="http://schemas.openxmlformats.org/drawingml/2006/main">
              <a:ext uri="{FF2B5EF4-FFF2-40B4-BE49-F238E27FC236}">
                <a16:creationId xmlns:a16="http://schemas.microsoft.com/office/drawing/2014/main" id="{CA59E090-8112-4F00-B7CB-D9B316DD5946}"/>
              </a:ext>
            </a:extLst>
          </p:cNvPr>
          <p:cNvSpPr>
            <a:spLocks xmlns:a="http://schemas.openxmlformats.org/drawingml/2006/main" noGrp="1"/>
          </p:cNvSpPr>
          <p:nvPr/>
        </p:nvSpPr>
        <p:spPr>
          <a:xfrm xmlns:a="http://schemas.openxmlformats.org/drawingml/2006/main">
            <a:off x="6572250" y="3352800"/>
            <a:ext cx="1857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60A5FA"/>
            </a:solidFill>
            <a:prstDash val="solid"/>
          </a:ln>
        </p:spPr>
      </p:sp>
      <p:sp>
        <p:nvSpPr>
          <p:cNvPr id="21" name="">
            <a:extLst xmlns:a="http://schemas.openxmlformats.org/drawingml/2006/main">
              <a:ext uri="{FF2B5EF4-FFF2-40B4-BE49-F238E27FC236}">
                <a16:creationId xmlns:a16="http://schemas.microsoft.com/office/drawing/2014/main" id="{9BB72511-157A-4141-9C6A-4D31037498A3}"/>
              </a:ext>
            </a:extLst>
          </p:cNvPr>
          <p:cNvSpPr>
            <a:spLocks xmlns:a="http://schemas.openxmlformats.org/drawingml/2006/main" noGrp="1"/>
          </p:cNvSpPr>
          <p:nvPr/>
        </p:nvSpPr>
        <p:spPr>
          <a:xfrm xmlns:a="http://schemas.openxmlformats.org/drawingml/2006/main">
            <a:off x="6667500" y="338137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60A5FA"/>
                </a:solidFill>
              </a:defRPr>
            </a:defPPr>
            <a:lvl1pPr algn="ctr">
              <a:defRPr sz="1050" b="1" i="0">
                <a:solidFill>
                  <a:srgbClr val="60A5FA"/>
                </a:solidFill>
              </a:defRPr>
            </a:lvl1pPr>
            <a:lvl2pPr algn="ctr">
              <a:defRPr sz="1050" b="1" i="0">
                <a:solidFill>
                  <a:srgbClr val="60A5FA"/>
                </a:solidFill>
              </a:defRPr>
            </a:lvl2pPr>
            <a:lvl3pPr algn="ctr">
              <a:defRPr sz="1050" b="1" i="0">
                <a:solidFill>
                  <a:srgbClr val="60A5FA"/>
                </a:solidFill>
              </a:defRPr>
            </a:lvl3pPr>
            <a:lvl4pPr algn="ctr">
              <a:defRPr sz="1050" b="1" i="0">
                <a:solidFill>
                  <a:srgbClr val="60A5FA"/>
                </a:solidFill>
              </a:defRPr>
            </a:lvl4pPr>
            <a:lvl5pPr algn="ctr">
              <a:defRPr sz="1050" b="1" i="0">
                <a:solidFill>
                  <a:srgbClr val="60A5FA"/>
                </a:solidFill>
              </a:defRPr>
            </a:lvl5pPr>
            <a:lvl6pPr algn="ctr">
              <a:defRPr sz="1050" b="1" i="0">
                <a:solidFill>
                  <a:srgbClr val="60A5FA"/>
                </a:solidFill>
              </a:defRPr>
            </a:lvl6pPr>
            <a:lvl7pPr algn="ctr">
              <a:defRPr sz="1050" b="1" i="0">
                <a:solidFill>
                  <a:srgbClr val="60A5FA"/>
                </a:solidFill>
              </a:defRPr>
            </a:lvl7pPr>
            <a:lvl8pPr algn="ctr">
              <a:defRPr sz="1050" b="1" i="0">
                <a:solidFill>
                  <a:srgbClr val="60A5FA"/>
                </a:solidFill>
              </a:defRPr>
            </a:lvl8pPr>
            <a:lvl9pPr algn="ctr">
              <a:defRPr sz="1050" b="1" i="0">
                <a:solidFill>
                  <a:srgbClr val="60A5FA"/>
                </a:solidFill>
              </a:defRPr>
            </a:lvl9pPr>
          </a:lstStyle>
          <a:p xmlns:a="http://schemas.openxmlformats.org/drawingml/2006/main">
            <a:pPr algn="ctr">
              <a:defRPr sz="1050" b="1" i="0">
                <a:solidFill>
                  <a:srgbClr val="60A5FA"/>
                </a:solidFill>
              </a:defRPr>
            </a:pPr>
            <a:r>
              <a:rPr sz="1050" b="1" i="0">
                <a:solidFill>
                  <a:srgbClr val="60A5FA"/>
                </a:solidFill>
              </a:rPr>
              <a:t>Multi-frame gRPC</a:t>
            </a:r>
          </a:p>
        </p:txBody>
      </p:sp>
      <p:sp>
        <p:nvSpPr>
          <p:cNvPr id="22" name="">
            <a:extLst xmlns:a="http://schemas.openxmlformats.org/drawingml/2006/main">
              <a:ext uri="{FF2B5EF4-FFF2-40B4-BE49-F238E27FC236}">
                <a16:creationId xmlns:a16="http://schemas.microsoft.com/office/drawing/2014/main" id="{CB9668DE-718C-4F85-9DC8-2A864933BB39}"/>
              </a:ext>
            </a:extLst>
          </p:cNvPr>
          <p:cNvSpPr>
            <a:spLocks xmlns:a="http://schemas.openxmlformats.org/drawingml/2006/main" noGrp="1"/>
          </p:cNvSpPr>
          <p:nvPr/>
        </p:nvSpPr>
        <p:spPr>
          <a:xfrm xmlns:a="http://schemas.openxmlformats.org/drawingml/2006/main">
            <a:off x="8667750" y="3352800"/>
            <a:ext cx="1857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23" name="">
            <a:extLst xmlns:a="http://schemas.openxmlformats.org/drawingml/2006/main">
              <a:ext uri="{FF2B5EF4-FFF2-40B4-BE49-F238E27FC236}">
                <a16:creationId xmlns:a16="http://schemas.microsoft.com/office/drawing/2014/main" id="{672BB4EE-34AE-401A-8155-AAA3B4A87623}"/>
              </a:ext>
            </a:extLst>
          </p:cNvPr>
          <p:cNvSpPr>
            <a:spLocks xmlns:a="http://schemas.openxmlformats.org/drawingml/2006/main" noGrp="1"/>
          </p:cNvSpPr>
          <p:nvPr/>
        </p:nvSpPr>
        <p:spPr>
          <a:xfrm xmlns:a="http://schemas.openxmlformats.org/drawingml/2006/main">
            <a:off x="8763000" y="338137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Multipart mixed</a:t>
            </a:r>
          </a:p>
        </p:txBody>
      </p:sp>
      <p:sp>
        <p:nvSpPr>
          <p:cNvPr id="24" name="">
            <a:extLst xmlns:a="http://schemas.openxmlformats.org/drawingml/2006/main">
              <a:ext uri="{FF2B5EF4-FFF2-40B4-BE49-F238E27FC236}">
                <a16:creationId xmlns:a16="http://schemas.microsoft.com/office/drawing/2014/main" id="{E4C50DA8-87EF-47D7-B353-44217C19BA0D}"/>
              </a:ext>
            </a:extLst>
          </p:cNvPr>
          <p:cNvSpPr>
            <a:spLocks xmlns:a="http://schemas.openxmlformats.org/drawingml/2006/main" noGrp="1"/>
          </p:cNvSpPr>
          <p:nvPr/>
        </p:nvSpPr>
        <p:spPr>
          <a:xfrm xmlns:a="http://schemas.openxmlformats.org/drawingml/2006/main">
            <a:off x="6572250" y="4038600"/>
            <a:ext cx="1857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25" name="">
            <a:extLst xmlns:a="http://schemas.openxmlformats.org/drawingml/2006/main">
              <a:ext uri="{FF2B5EF4-FFF2-40B4-BE49-F238E27FC236}">
                <a16:creationId xmlns:a16="http://schemas.microsoft.com/office/drawing/2014/main" id="{CF757D07-07DD-4433-8D4F-419C12612509}"/>
              </a:ext>
            </a:extLst>
          </p:cNvPr>
          <p:cNvSpPr>
            <a:spLocks xmlns:a="http://schemas.openxmlformats.org/drawingml/2006/main" noGrp="1"/>
          </p:cNvSpPr>
          <p:nvPr/>
        </p:nvSpPr>
        <p:spPr>
          <a:xfrm xmlns:a="http://schemas.openxmlformats.org/drawingml/2006/main">
            <a:off x="6667500" y="406717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Multipart form-data</a:t>
            </a:r>
          </a:p>
        </p:txBody>
      </p:sp>
      <p:sp>
        <p:nvSpPr>
          <p:cNvPr id="26" name="">
            <a:extLst xmlns:a="http://schemas.openxmlformats.org/drawingml/2006/main">
              <a:ext uri="{FF2B5EF4-FFF2-40B4-BE49-F238E27FC236}">
                <a16:creationId xmlns:a16="http://schemas.microsoft.com/office/drawing/2014/main" id="{56E27802-63B8-416A-8041-E21CCD9DD2CF}"/>
              </a:ext>
            </a:extLst>
          </p:cNvPr>
          <p:cNvSpPr>
            <a:spLocks xmlns:a="http://schemas.openxmlformats.org/drawingml/2006/main" noGrp="1"/>
          </p:cNvSpPr>
          <p:nvPr/>
        </p:nvSpPr>
        <p:spPr>
          <a:xfrm xmlns:a="http://schemas.openxmlformats.org/drawingml/2006/main">
            <a:off x="8667750" y="4038600"/>
            <a:ext cx="1857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2D3EE"/>
            </a:solidFill>
            <a:prstDash val="solid"/>
          </a:ln>
        </p:spPr>
      </p:sp>
      <p:sp>
        <p:nvSpPr>
          <p:cNvPr id="27" name="">
            <a:extLst xmlns:a="http://schemas.openxmlformats.org/drawingml/2006/main">
              <a:ext uri="{FF2B5EF4-FFF2-40B4-BE49-F238E27FC236}">
                <a16:creationId xmlns:a16="http://schemas.microsoft.com/office/drawing/2014/main" id="{44E977D6-D414-4900-893A-8F2B0760E00F}"/>
              </a:ext>
            </a:extLst>
          </p:cNvPr>
          <p:cNvSpPr>
            <a:spLocks xmlns:a="http://schemas.openxmlformats.org/drawingml/2006/main" noGrp="1"/>
          </p:cNvSpPr>
          <p:nvPr/>
        </p:nvSpPr>
        <p:spPr>
          <a:xfrm xmlns:a="http://schemas.openxmlformats.org/drawingml/2006/main">
            <a:off x="8763000" y="406717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2D3EE"/>
                </a:solidFill>
              </a:defRPr>
            </a:defPPr>
            <a:lvl1pPr algn="ctr">
              <a:defRPr sz="1050" b="1" i="0">
                <a:solidFill>
                  <a:srgbClr val="22D3EE"/>
                </a:solidFill>
              </a:defRPr>
            </a:lvl1pPr>
            <a:lvl2pPr algn="ctr">
              <a:defRPr sz="1050" b="1" i="0">
                <a:solidFill>
                  <a:srgbClr val="22D3EE"/>
                </a:solidFill>
              </a:defRPr>
            </a:lvl2pPr>
            <a:lvl3pPr algn="ctr">
              <a:defRPr sz="1050" b="1" i="0">
                <a:solidFill>
                  <a:srgbClr val="22D3EE"/>
                </a:solidFill>
              </a:defRPr>
            </a:lvl3pPr>
            <a:lvl4pPr algn="ctr">
              <a:defRPr sz="1050" b="1" i="0">
                <a:solidFill>
                  <a:srgbClr val="22D3EE"/>
                </a:solidFill>
              </a:defRPr>
            </a:lvl4pPr>
            <a:lvl5pPr algn="ctr">
              <a:defRPr sz="1050" b="1" i="0">
                <a:solidFill>
                  <a:srgbClr val="22D3EE"/>
                </a:solidFill>
              </a:defRPr>
            </a:lvl5pPr>
            <a:lvl6pPr algn="ctr">
              <a:defRPr sz="1050" b="1" i="0">
                <a:solidFill>
                  <a:srgbClr val="22D3EE"/>
                </a:solidFill>
              </a:defRPr>
            </a:lvl6pPr>
            <a:lvl7pPr algn="ctr">
              <a:defRPr sz="1050" b="1" i="0">
                <a:solidFill>
                  <a:srgbClr val="22D3EE"/>
                </a:solidFill>
              </a:defRPr>
            </a:lvl7pPr>
            <a:lvl8pPr algn="ctr">
              <a:defRPr sz="1050" b="1" i="0">
                <a:solidFill>
                  <a:srgbClr val="22D3EE"/>
                </a:solidFill>
              </a:defRPr>
            </a:lvl8pPr>
            <a:lvl9pPr algn="ctr">
              <a:defRPr sz="1050" b="1" i="0">
                <a:solidFill>
                  <a:srgbClr val="22D3EE"/>
                </a:solidFill>
              </a:defRPr>
            </a:lvl9pPr>
          </a:lstStyle>
          <a:p xmlns:a="http://schemas.openxmlformats.org/drawingml/2006/main">
            <a:pPr algn="ctr">
              <a:defRPr sz="1050" b="1" i="0">
                <a:solidFill>
                  <a:srgbClr val="22D3EE"/>
                </a:solidFill>
              </a:defRPr>
            </a:pPr>
            <a:r>
              <a:rPr sz="1050" b="1" i="0">
                <a:solidFill>
                  <a:srgbClr val="22D3EE"/>
                </a:solidFill>
              </a:rPr>
              <a:t>Stringified JSON</a:t>
            </a:r>
          </a:p>
        </p:txBody>
      </p:sp>
      <p:sp>
        <p:nvSpPr>
          <p:cNvPr id="28" name="">
            <a:extLst xmlns:a="http://schemas.openxmlformats.org/drawingml/2006/main">
              <a:ext uri="{FF2B5EF4-FFF2-40B4-BE49-F238E27FC236}">
                <a16:creationId xmlns:a16="http://schemas.microsoft.com/office/drawing/2014/main" id="{FFC3D9F0-80B0-4FD7-95BF-EA9721682E5E}"/>
              </a:ext>
            </a:extLst>
          </p:cNvPr>
          <p:cNvSpPr>
            <a:spLocks xmlns:a="http://schemas.openxmlformats.org/drawingml/2006/main" noGrp="1"/>
          </p:cNvSpPr>
          <p:nvPr/>
        </p:nvSpPr>
        <p:spPr>
          <a:xfrm xmlns:a="http://schemas.openxmlformats.org/drawingml/2006/main">
            <a:off x="6572250" y="4762500"/>
            <a:ext cx="4238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Conservative rule: the detector reports supported evidence, but does not guess contacts, media access or purpose from arbitrary bytes.</a:t>
            </a:r>
          </a:p>
        </p:txBody>
      </p:sp>
      <p:sp>
        <p:nvSpPr>
          <p:cNvPr id="29" name="">
            <a:extLst xmlns:a="http://schemas.openxmlformats.org/drawingml/2006/main">
              <a:ext uri="{FF2B5EF4-FFF2-40B4-BE49-F238E27FC236}">
                <a16:creationId xmlns:a16="http://schemas.microsoft.com/office/drawing/2014/main" id="{52DB3FA7-DE80-488E-8BAA-4CA425A9219A}"/>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30" name="">
            <a:extLst xmlns:a="http://schemas.openxmlformats.org/drawingml/2006/main">
              <a:ext uri="{FF2B5EF4-FFF2-40B4-BE49-F238E27FC236}">
                <a16:creationId xmlns:a16="http://schemas.microsoft.com/office/drawing/2014/main" id="{F9CB363B-960F-44BA-9400-7B2A0FD37792}"/>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185842069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1D30CDB-7730-4ACC-99FF-4B1454B0A27D}"/>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COMPARISON</a:t>
            </a:r>
          </a:p>
        </p:txBody>
      </p:sp>
      <p:sp>
        <p:nvSpPr>
          <p:cNvPr id="2" name="">
            <a:extLst xmlns:a="http://schemas.openxmlformats.org/drawingml/2006/main">
              <a:ext uri="{FF2B5EF4-FFF2-40B4-BE49-F238E27FC236}">
                <a16:creationId xmlns:a16="http://schemas.microsoft.com/office/drawing/2014/main" id="{C459545E-D220-4293-8707-CDF8B04D0057}"/>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How policy and traffic are compared</a:t>
            </a:r>
          </a:p>
        </p:txBody>
      </p:sp>
      <p:sp>
        <p:nvSpPr>
          <p:cNvPr id="3" name="">
            <a:extLst xmlns:a="http://schemas.openxmlformats.org/drawingml/2006/main">
              <a:ext uri="{FF2B5EF4-FFF2-40B4-BE49-F238E27FC236}">
                <a16:creationId xmlns:a16="http://schemas.microsoft.com/office/drawing/2014/main" id="{76C95BCA-8F07-4290-AF5A-6C36D438D80D}"/>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06</a:t>
            </a:r>
          </a:p>
        </p:txBody>
      </p:sp>
      <p:sp>
        <p:nvSpPr>
          <p:cNvPr id="4" name="">
            <a:extLst xmlns:a="http://schemas.openxmlformats.org/drawingml/2006/main">
              <a:ext uri="{FF2B5EF4-FFF2-40B4-BE49-F238E27FC236}">
                <a16:creationId xmlns:a16="http://schemas.microsoft.com/office/drawing/2014/main" id="{1EED5A57-DB41-4564-A3D7-A042A95EFBC6}"/>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81FF56C2-DEE2-4D2C-BA1D-12793485FCBC}"/>
              </a:ext>
            </a:extLst>
          </p:cNvPr>
          <p:cNvSpPr>
            <a:spLocks xmlns:a="http://schemas.openxmlformats.org/drawingml/2006/main" noGrp="1"/>
          </p:cNvSpPr>
          <p:nvPr/>
        </p:nvSpPr>
        <p:spPr>
          <a:xfrm xmlns:a="http://schemas.openxmlformats.org/drawingml/2006/main">
            <a:off x="714375" y="1571625"/>
            <a:ext cx="10715625" cy="790575"/>
          </a:xfrm>
          <a:prstGeom xmlns:a="http://schemas.openxmlformats.org/drawingml/2006/main" prst="roundRect">
            <a:avLst>
              <a:gd name="adj" fmla="val 14458"/>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C509EF9B-B57F-4F4B-94A6-8B936C00A740}"/>
              </a:ext>
            </a:extLst>
          </p:cNvPr>
          <p:cNvSpPr>
            <a:spLocks xmlns:a="http://schemas.openxmlformats.org/drawingml/2006/main" noGrp="1"/>
          </p:cNvSpPr>
          <p:nvPr/>
        </p:nvSpPr>
        <p:spPr>
          <a:xfrm xmlns:a="http://schemas.openxmlformats.org/drawingml/2006/main">
            <a:off x="904875" y="1800225"/>
            <a:ext cx="195262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34D399"/>
            </a:solidFill>
            <a:prstDash val="solid"/>
          </a:ln>
        </p:spPr>
      </p:sp>
      <p:sp>
        <p:nvSpPr>
          <p:cNvPr id="7" name="">
            <a:extLst xmlns:a="http://schemas.openxmlformats.org/drawingml/2006/main">
              <a:ext uri="{FF2B5EF4-FFF2-40B4-BE49-F238E27FC236}">
                <a16:creationId xmlns:a16="http://schemas.microsoft.com/office/drawing/2014/main" id="{FD6B24C8-BCC4-4CFC-94A5-A799C71306C4}"/>
              </a:ext>
            </a:extLst>
          </p:cNvPr>
          <p:cNvSpPr>
            <a:spLocks xmlns:a="http://schemas.openxmlformats.org/drawingml/2006/main" noGrp="1"/>
          </p:cNvSpPr>
          <p:nvPr/>
        </p:nvSpPr>
        <p:spPr>
          <a:xfrm xmlns:a="http://schemas.openxmlformats.org/drawingml/2006/main">
            <a:off x="1000125" y="18288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34D399"/>
                </a:solidFill>
              </a:defRPr>
            </a:defPPr>
            <a:lvl1pPr algn="ctr">
              <a:defRPr sz="1050" b="1" i="0">
                <a:solidFill>
                  <a:srgbClr val="34D399"/>
                </a:solidFill>
              </a:defRPr>
            </a:lvl1pPr>
            <a:lvl2pPr algn="ctr">
              <a:defRPr sz="1050" b="1" i="0">
                <a:solidFill>
                  <a:srgbClr val="34D399"/>
                </a:solidFill>
              </a:defRPr>
            </a:lvl2pPr>
            <a:lvl3pPr algn="ctr">
              <a:defRPr sz="1050" b="1" i="0">
                <a:solidFill>
                  <a:srgbClr val="34D399"/>
                </a:solidFill>
              </a:defRPr>
            </a:lvl3pPr>
            <a:lvl4pPr algn="ctr">
              <a:defRPr sz="1050" b="1" i="0">
                <a:solidFill>
                  <a:srgbClr val="34D399"/>
                </a:solidFill>
              </a:defRPr>
            </a:lvl4pPr>
            <a:lvl5pPr algn="ctr">
              <a:defRPr sz="1050" b="1" i="0">
                <a:solidFill>
                  <a:srgbClr val="34D399"/>
                </a:solidFill>
              </a:defRPr>
            </a:lvl5pPr>
            <a:lvl6pPr algn="ctr">
              <a:defRPr sz="1050" b="1" i="0">
                <a:solidFill>
                  <a:srgbClr val="34D399"/>
                </a:solidFill>
              </a:defRPr>
            </a:lvl6pPr>
            <a:lvl7pPr algn="ctr">
              <a:defRPr sz="1050" b="1" i="0">
                <a:solidFill>
                  <a:srgbClr val="34D399"/>
                </a:solidFill>
              </a:defRPr>
            </a:lvl7pPr>
            <a:lvl8pPr algn="ctr">
              <a:defRPr sz="1050" b="1" i="0">
                <a:solidFill>
                  <a:srgbClr val="34D399"/>
                </a:solidFill>
              </a:defRPr>
            </a:lvl8pPr>
            <a:lvl9pPr algn="ctr">
              <a:defRPr sz="1050" b="1" i="0">
                <a:solidFill>
                  <a:srgbClr val="34D399"/>
                </a:solidFill>
              </a:defRPr>
            </a:lvl9pPr>
          </a:lstStyle>
          <a:p xmlns:a="http://schemas.openxmlformats.org/drawingml/2006/main">
            <a:pPr algn="ctr">
              <a:defRPr sz="1050" b="1" i="0">
                <a:solidFill>
                  <a:srgbClr val="34D399"/>
                </a:solidFill>
              </a:defRPr>
            </a:pPr>
            <a:r>
              <a:rPr sz="1050" b="1" i="0">
                <a:solidFill>
                  <a:srgbClr val="34D399"/>
                </a:solidFill>
              </a:rPr>
              <a:t>IN POLICY</a:t>
            </a:r>
          </a:p>
        </p:txBody>
      </p:sp>
      <p:sp>
        <p:nvSpPr>
          <p:cNvPr id="8" name="">
            <a:extLst xmlns:a="http://schemas.openxmlformats.org/drawingml/2006/main">
              <a:ext uri="{FF2B5EF4-FFF2-40B4-BE49-F238E27FC236}">
                <a16:creationId xmlns:a16="http://schemas.microsoft.com/office/drawing/2014/main" id="{75FD3B6B-010B-4A0C-9002-B5B8916D9F90}"/>
              </a:ext>
            </a:extLst>
          </p:cNvPr>
          <p:cNvSpPr>
            <a:spLocks xmlns:a="http://schemas.openxmlformats.org/drawingml/2006/main" noGrp="1"/>
          </p:cNvSpPr>
          <p:nvPr/>
        </p:nvSpPr>
        <p:spPr>
          <a:xfrm xmlns:a="http://schemas.openxmlformats.org/drawingml/2006/main">
            <a:off x="3143250" y="1704975"/>
            <a:ext cx="7858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i="0">
                <a:solidFill>
                  <a:srgbClr val="F8FAFC"/>
                </a:solidFill>
              </a:defRPr>
            </a:defPPr>
            <a:lvl1pPr algn="l">
              <a:defRPr sz="1425" b="0" i="0">
                <a:solidFill>
                  <a:srgbClr val="F8FAFC"/>
                </a:solidFill>
              </a:defRPr>
            </a:lvl1pPr>
            <a:lvl2pPr algn="l">
              <a:defRPr sz="1425" b="0" i="0">
                <a:solidFill>
                  <a:srgbClr val="F8FAFC"/>
                </a:solidFill>
              </a:defRPr>
            </a:lvl2pPr>
            <a:lvl3pPr algn="l">
              <a:defRPr sz="1425" b="0" i="0">
                <a:solidFill>
                  <a:srgbClr val="F8FAFC"/>
                </a:solidFill>
              </a:defRPr>
            </a:lvl3pPr>
            <a:lvl4pPr algn="l">
              <a:defRPr sz="1425" b="0" i="0">
                <a:solidFill>
                  <a:srgbClr val="F8FAFC"/>
                </a:solidFill>
              </a:defRPr>
            </a:lvl4pPr>
            <a:lvl5pPr algn="l">
              <a:defRPr sz="1425" b="0" i="0">
                <a:solidFill>
                  <a:srgbClr val="F8FAFC"/>
                </a:solidFill>
              </a:defRPr>
            </a:lvl5pPr>
            <a:lvl6pPr algn="l">
              <a:defRPr sz="1425" b="0" i="0">
                <a:solidFill>
                  <a:srgbClr val="F8FAFC"/>
                </a:solidFill>
              </a:defRPr>
            </a:lvl6pPr>
            <a:lvl7pPr algn="l">
              <a:defRPr sz="1425" b="0" i="0">
                <a:solidFill>
                  <a:srgbClr val="F8FAFC"/>
                </a:solidFill>
              </a:defRPr>
            </a:lvl7pPr>
            <a:lvl8pPr algn="l">
              <a:defRPr sz="1425" b="0" i="0">
                <a:solidFill>
                  <a:srgbClr val="F8FAFC"/>
                </a:solidFill>
              </a:defRPr>
            </a:lvl8pPr>
            <a:lvl9pPr algn="l">
              <a:defRPr sz="1425" b="0" i="0">
                <a:solidFill>
                  <a:srgbClr val="F8FAFC"/>
                </a:solidFill>
              </a:defRPr>
            </a:lvl9pPr>
          </a:lstStyle>
          <a:p xmlns:a="http://schemas.openxmlformats.org/drawingml/2006/main">
            <a:pPr algn="l">
              <a:defRPr sz="1425" b="0" i="0">
                <a:solidFill>
                  <a:srgbClr val="F8FAFC"/>
                </a:solidFill>
              </a:defRPr>
            </a:pPr>
            <a:r>
              <a:rPr sz="1425" b="0" i="0">
                <a:solidFill>
                  <a:srgbClr val="F8FAFC"/>
                </a:solidFill>
              </a:rPr>
              <a:t>The reviewed policy explicitly names the observed information type.</a:t>
            </a:r>
          </a:p>
        </p:txBody>
      </p:sp>
      <p:sp>
        <p:nvSpPr>
          <p:cNvPr id="9" name="">
            <a:extLst xmlns:a="http://schemas.openxmlformats.org/drawingml/2006/main">
              <a:ext uri="{FF2B5EF4-FFF2-40B4-BE49-F238E27FC236}">
                <a16:creationId xmlns:a16="http://schemas.microsoft.com/office/drawing/2014/main" id="{57F9EACB-6ACA-40BD-957C-739F65A08D48}"/>
              </a:ext>
            </a:extLst>
          </p:cNvPr>
          <p:cNvSpPr>
            <a:spLocks xmlns:a="http://schemas.openxmlformats.org/drawingml/2006/main" noGrp="1"/>
          </p:cNvSpPr>
          <p:nvPr/>
        </p:nvSpPr>
        <p:spPr>
          <a:xfrm xmlns:a="http://schemas.openxmlformats.org/drawingml/2006/main">
            <a:off x="714375" y="2571750"/>
            <a:ext cx="10715625" cy="790575"/>
          </a:xfrm>
          <a:prstGeom xmlns:a="http://schemas.openxmlformats.org/drawingml/2006/main" prst="roundRect">
            <a:avLst>
              <a:gd name="adj" fmla="val 14458"/>
            </a:avLst>
          </a:prstGeom>
          <a:solidFill xmlns:a="http://schemas.openxmlformats.org/drawingml/2006/main">
            <a:srgbClr val="0F1C2E"/>
          </a:solidFill>
          <a:ln xmlns:a="http://schemas.openxmlformats.org/drawingml/2006/main" w="9525">
            <a:solidFill>
              <a:srgbClr val="26364D"/>
            </a:solidFill>
            <a:prstDash val="solid"/>
          </a:ln>
        </p:spPr>
      </p:sp>
      <p:sp>
        <p:nvSpPr>
          <p:cNvPr id="10" name="">
            <a:extLst xmlns:a="http://schemas.openxmlformats.org/drawingml/2006/main">
              <a:ext uri="{FF2B5EF4-FFF2-40B4-BE49-F238E27FC236}">
                <a16:creationId xmlns:a16="http://schemas.microsoft.com/office/drawing/2014/main" id="{C905063B-CECB-4C4E-845F-AD1E9F168629}"/>
              </a:ext>
            </a:extLst>
          </p:cNvPr>
          <p:cNvSpPr>
            <a:spLocks xmlns:a="http://schemas.openxmlformats.org/drawingml/2006/main" noGrp="1"/>
          </p:cNvSpPr>
          <p:nvPr/>
        </p:nvSpPr>
        <p:spPr>
          <a:xfrm xmlns:a="http://schemas.openxmlformats.org/drawingml/2006/main">
            <a:off x="904875" y="2800350"/>
            <a:ext cx="195262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11" name="">
            <a:extLst xmlns:a="http://schemas.openxmlformats.org/drawingml/2006/main">
              <a:ext uri="{FF2B5EF4-FFF2-40B4-BE49-F238E27FC236}">
                <a16:creationId xmlns:a16="http://schemas.microsoft.com/office/drawing/2014/main" id="{9DFB26E9-4FB7-4636-836F-6B28D6301AA5}"/>
              </a:ext>
            </a:extLst>
          </p:cNvPr>
          <p:cNvSpPr>
            <a:spLocks xmlns:a="http://schemas.openxmlformats.org/drawingml/2006/main" noGrp="1"/>
          </p:cNvSpPr>
          <p:nvPr/>
        </p:nvSpPr>
        <p:spPr>
          <a:xfrm xmlns:a="http://schemas.openxmlformats.org/drawingml/2006/main">
            <a:off x="1000125" y="2828925"/>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BROADER TERM</a:t>
            </a:r>
          </a:p>
        </p:txBody>
      </p:sp>
      <p:sp>
        <p:nvSpPr>
          <p:cNvPr id="12" name="">
            <a:extLst xmlns:a="http://schemas.openxmlformats.org/drawingml/2006/main">
              <a:ext uri="{FF2B5EF4-FFF2-40B4-BE49-F238E27FC236}">
                <a16:creationId xmlns:a16="http://schemas.microsoft.com/office/drawing/2014/main" id="{B8F04FDD-1389-44B9-834A-E336C2A6089B}"/>
              </a:ext>
            </a:extLst>
          </p:cNvPr>
          <p:cNvSpPr>
            <a:spLocks xmlns:a="http://schemas.openxmlformats.org/drawingml/2006/main" noGrp="1"/>
          </p:cNvSpPr>
          <p:nvPr/>
        </p:nvSpPr>
        <p:spPr>
          <a:xfrm xmlns:a="http://schemas.openxmlformats.org/drawingml/2006/main">
            <a:off x="3143250" y="2705100"/>
            <a:ext cx="7858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i="0">
                <a:solidFill>
                  <a:srgbClr val="F8FAFC"/>
                </a:solidFill>
              </a:defRPr>
            </a:defPPr>
            <a:lvl1pPr algn="l">
              <a:defRPr sz="1425" b="0" i="0">
                <a:solidFill>
                  <a:srgbClr val="F8FAFC"/>
                </a:solidFill>
              </a:defRPr>
            </a:lvl1pPr>
            <a:lvl2pPr algn="l">
              <a:defRPr sz="1425" b="0" i="0">
                <a:solidFill>
                  <a:srgbClr val="F8FAFC"/>
                </a:solidFill>
              </a:defRPr>
            </a:lvl2pPr>
            <a:lvl3pPr algn="l">
              <a:defRPr sz="1425" b="0" i="0">
                <a:solidFill>
                  <a:srgbClr val="F8FAFC"/>
                </a:solidFill>
              </a:defRPr>
            </a:lvl3pPr>
            <a:lvl4pPr algn="l">
              <a:defRPr sz="1425" b="0" i="0">
                <a:solidFill>
                  <a:srgbClr val="F8FAFC"/>
                </a:solidFill>
              </a:defRPr>
            </a:lvl4pPr>
            <a:lvl5pPr algn="l">
              <a:defRPr sz="1425" b="0" i="0">
                <a:solidFill>
                  <a:srgbClr val="F8FAFC"/>
                </a:solidFill>
              </a:defRPr>
            </a:lvl5pPr>
            <a:lvl6pPr algn="l">
              <a:defRPr sz="1425" b="0" i="0">
                <a:solidFill>
                  <a:srgbClr val="F8FAFC"/>
                </a:solidFill>
              </a:defRPr>
            </a:lvl6pPr>
            <a:lvl7pPr algn="l">
              <a:defRPr sz="1425" b="0" i="0">
                <a:solidFill>
                  <a:srgbClr val="F8FAFC"/>
                </a:solidFill>
              </a:defRPr>
            </a:lvl7pPr>
            <a:lvl8pPr algn="l">
              <a:defRPr sz="1425" b="0" i="0">
                <a:solidFill>
                  <a:srgbClr val="F8FAFC"/>
                </a:solidFill>
              </a:defRPr>
            </a:lvl8pPr>
            <a:lvl9pPr algn="l">
              <a:defRPr sz="1425" b="0" i="0">
                <a:solidFill>
                  <a:srgbClr val="F8FAFC"/>
                </a:solidFill>
              </a:defRPr>
            </a:lvl9pPr>
          </a:lstStyle>
          <a:p xmlns:a="http://schemas.openxmlformats.org/drawingml/2006/main">
            <a:pPr algn="l">
              <a:defRPr sz="1425" b="0" i="0">
                <a:solidFill>
                  <a:srgbClr val="F8FAFC"/>
                </a:solidFill>
              </a:defRPr>
            </a:pPr>
            <a:r>
              <a:rPr sz="1425" b="0" i="0">
                <a:solidFill>
                  <a:srgbClr val="F8FAFC"/>
                </a:solidFill>
              </a:rPr>
              <a:t>A safe parent term covers the subtype, such as Location covering latitude and longitude.</a:t>
            </a:r>
          </a:p>
        </p:txBody>
      </p:sp>
      <p:sp>
        <p:nvSpPr>
          <p:cNvPr id="13" name="">
            <a:extLst xmlns:a="http://schemas.openxmlformats.org/drawingml/2006/main">
              <a:ext uri="{FF2B5EF4-FFF2-40B4-BE49-F238E27FC236}">
                <a16:creationId xmlns:a16="http://schemas.microsoft.com/office/drawing/2014/main" id="{463114DA-4A24-497F-B50F-C7F8E5584EF0}"/>
              </a:ext>
            </a:extLst>
          </p:cNvPr>
          <p:cNvSpPr>
            <a:spLocks xmlns:a="http://schemas.openxmlformats.org/drawingml/2006/main" noGrp="1"/>
          </p:cNvSpPr>
          <p:nvPr/>
        </p:nvSpPr>
        <p:spPr>
          <a:xfrm xmlns:a="http://schemas.openxmlformats.org/drawingml/2006/main">
            <a:off x="714375" y="3571875"/>
            <a:ext cx="10715625" cy="790575"/>
          </a:xfrm>
          <a:prstGeom xmlns:a="http://schemas.openxmlformats.org/drawingml/2006/main" prst="roundRect">
            <a:avLst>
              <a:gd name="adj" fmla="val 14458"/>
            </a:avLst>
          </a:prstGeom>
          <a:solidFill xmlns:a="http://schemas.openxmlformats.org/drawingml/2006/main">
            <a:srgbClr val="0F1C2E"/>
          </a:solidFill>
          <a:ln xmlns:a="http://schemas.openxmlformats.org/drawingml/2006/main" w="9525">
            <a:solidFill>
              <a:srgbClr val="26364D"/>
            </a:solidFill>
            <a:prstDash val="solid"/>
          </a:ln>
        </p:spPr>
      </p:sp>
      <p:sp>
        <p:nvSpPr>
          <p:cNvPr id="14" name="">
            <a:extLst xmlns:a="http://schemas.openxmlformats.org/drawingml/2006/main">
              <a:ext uri="{FF2B5EF4-FFF2-40B4-BE49-F238E27FC236}">
                <a16:creationId xmlns:a16="http://schemas.microsoft.com/office/drawing/2014/main" id="{B0D1E1A1-E2A6-40DC-9D1A-7358798DCB4B}"/>
              </a:ext>
            </a:extLst>
          </p:cNvPr>
          <p:cNvSpPr>
            <a:spLocks xmlns:a="http://schemas.openxmlformats.org/drawingml/2006/main" noGrp="1"/>
          </p:cNvSpPr>
          <p:nvPr/>
        </p:nvSpPr>
        <p:spPr>
          <a:xfrm xmlns:a="http://schemas.openxmlformats.org/drawingml/2006/main">
            <a:off x="904875" y="3800475"/>
            <a:ext cx="195262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7185"/>
            </a:solidFill>
            <a:prstDash val="solid"/>
          </a:ln>
        </p:spPr>
      </p:sp>
      <p:sp>
        <p:nvSpPr>
          <p:cNvPr id="15" name="">
            <a:extLst xmlns:a="http://schemas.openxmlformats.org/drawingml/2006/main">
              <a:ext uri="{FF2B5EF4-FFF2-40B4-BE49-F238E27FC236}">
                <a16:creationId xmlns:a16="http://schemas.microsoft.com/office/drawing/2014/main" id="{A0A8A895-3F24-4A40-9302-22276A7A0C7F}"/>
              </a:ext>
            </a:extLst>
          </p:cNvPr>
          <p:cNvSpPr>
            <a:spLocks xmlns:a="http://schemas.openxmlformats.org/drawingml/2006/main" noGrp="1"/>
          </p:cNvSpPr>
          <p:nvPr/>
        </p:nvSpPr>
        <p:spPr>
          <a:xfrm xmlns:a="http://schemas.openxmlformats.org/drawingml/2006/main">
            <a:off x="1000125" y="382905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7185"/>
                </a:solidFill>
              </a:defRPr>
            </a:defPPr>
            <a:lvl1pPr algn="ctr">
              <a:defRPr sz="1050" b="1" i="0">
                <a:solidFill>
                  <a:srgbClr val="FB7185"/>
                </a:solidFill>
              </a:defRPr>
            </a:lvl1pPr>
            <a:lvl2pPr algn="ctr">
              <a:defRPr sz="1050" b="1" i="0">
                <a:solidFill>
                  <a:srgbClr val="FB7185"/>
                </a:solidFill>
              </a:defRPr>
            </a:lvl2pPr>
            <a:lvl3pPr algn="ctr">
              <a:defRPr sz="1050" b="1" i="0">
                <a:solidFill>
                  <a:srgbClr val="FB7185"/>
                </a:solidFill>
              </a:defRPr>
            </a:lvl3pPr>
            <a:lvl4pPr algn="ctr">
              <a:defRPr sz="1050" b="1" i="0">
                <a:solidFill>
                  <a:srgbClr val="FB7185"/>
                </a:solidFill>
              </a:defRPr>
            </a:lvl4pPr>
            <a:lvl5pPr algn="ctr">
              <a:defRPr sz="1050" b="1" i="0">
                <a:solidFill>
                  <a:srgbClr val="FB7185"/>
                </a:solidFill>
              </a:defRPr>
            </a:lvl5pPr>
            <a:lvl6pPr algn="ctr">
              <a:defRPr sz="1050" b="1" i="0">
                <a:solidFill>
                  <a:srgbClr val="FB7185"/>
                </a:solidFill>
              </a:defRPr>
            </a:lvl6pPr>
            <a:lvl7pPr algn="ctr">
              <a:defRPr sz="1050" b="1" i="0">
                <a:solidFill>
                  <a:srgbClr val="FB7185"/>
                </a:solidFill>
              </a:defRPr>
            </a:lvl7pPr>
            <a:lvl8pPr algn="ctr">
              <a:defRPr sz="1050" b="1" i="0">
                <a:solidFill>
                  <a:srgbClr val="FB7185"/>
                </a:solidFill>
              </a:defRPr>
            </a:lvl8pPr>
            <a:lvl9pPr algn="ctr">
              <a:defRPr sz="1050" b="1" i="0">
                <a:solidFill>
                  <a:srgbClr val="FB7185"/>
                </a:solidFill>
              </a:defRPr>
            </a:lvl9pPr>
          </a:lstStyle>
          <a:p xmlns:a="http://schemas.openxmlformats.org/drawingml/2006/main">
            <a:pPr algn="ctr">
              <a:defRPr sz="1050" b="1" i="0">
                <a:solidFill>
                  <a:srgbClr val="FB7185"/>
                </a:solidFill>
              </a:defRPr>
            </a:pPr>
            <a:r>
              <a:rPr sz="1050" b="1" i="0">
                <a:solidFill>
                  <a:srgbClr val="FB7185"/>
                </a:solidFill>
              </a:rPr>
              <a:t>NOT IN POLICY</a:t>
            </a:r>
          </a:p>
        </p:txBody>
      </p:sp>
      <p:sp>
        <p:nvSpPr>
          <p:cNvPr id="16" name="">
            <a:extLst xmlns:a="http://schemas.openxmlformats.org/drawingml/2006/main">
              <a:ext uri="{FF2B5EF4-FFF2-40B4-BE49-F238E27FC236}">
                <a16:creationId xmlns:a16="http://schemas.microsoft.com/office/drawing/2014/main" id="{B6D864D8-6852-412A-9B03-82319F03CF59}"/>
              </a:ext>
            </a:extLst>
          </p:cNvPr>
          <p:cNvSpPr>
            <a:spLocks xmlns:a="http://schemas.openxmlformats.org/drawingml/2006/main" noGrp="1"/>
          </p:cNvSpPr>
          <p:nvPr/>
        </p:nvSpPr>
        <p:spPr>
          <a:xfrm xmlns:a="http://schemas.openxmlformats.org/drawingml/2006/main">
            <a:off x="3143250" y="3705225"/>
            <a:ext cx="7858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i="0">
                <a:solidFill>
                  <a:srgbClr val="F8FAFC"/>
                </a:solidFill>
              </a:defRPr>
            </a:defPPr>
            <a:lvl1pPr algn="l">
              <a:defRPr sz="1425" b="0" i="0">
                <a:solidFill>
                  <a:srgbClr val="F8FAFC"/>
                </a:solidFill>
              </a:defRPr>
            </a:lvl1pPr>
            <a:lvl2pPr algn="l">
              <a:defRPr sz="1425" b="0" i="0">
                <a:solidFill>
                  <a:srgbClr val="F8FAFC"/>
                </a:solidFill>
              </a:defRPr>
            </a:lvl2pPr>
            <a:lvl3pPr algn="l">
              <a:defRPr sz="1425" b="0" i="0">
                <a:solidFill>
                  <a:srgbClr val="F8FAFC"/>
                </a:solidFill>
              </a:defRPr>
            </a:lvl3pPr>
            <a:lvl4pPr algn="l">
              <a:defRPr sz="1425" b="0" i="0">
                <a:solidFill>
                  <a:srgbClr val="F8FAFC"/>
                </a:solidFill>
              </a:defRPr>
            </a:lvl4pPr>
            <a:lvl5pPr algn="l">
              <a:defRPr sz="1425" b="0" i="0">
                <a:solidFill>
                  <a:srgbClr val="F8FAFC"/>
                </a:solidFill>
              </a:defRPr>
            </a:lvl5pPr>
            <a:lvl6pPr algn="l">
              <a:defRPr sz="1425" b="0" i="0">
                <a:solidFill>
                  <a:srgbClr val="F8FAFC"/>
                </a:solidFill>
              </a:defRPr>
            </a:lvl6pPr>
            <a:lvl7pPr algn="l">
              <a:defRPr sz="1425" b="0" i="0">
                <a:solidFill>
                  <a:srgbClr val="F8FAFC"/>
                </a:solidFill>
              </a:defRPr>
            </a:lvl7pPr>
            <a:lvl8pPr algn="l">
              <a:defRPr sz="1425" b="0" i="0">
                <a:solidFill>
                  <a:srgbClr val="F8FAFC"/>
                </a:solidFill>
              </a:defRPr>
            </a:lvl8pPr>
            <a:lvl9pPr algn="l">
              <a:defRPr sz="1425" b="0" i="0">
                <a:solidFill>
                  <a:srgbClr val="F8FAFC"/>
                </a:solidFill>
              </a:defRPr>
            </a:lvl9pPr>
          </a:lstStyle>
          <a:p xmlns:a="http://schemas.openxmlformats.org/drawingml/2006/main">
            <a:pPr algn="l">
              <a:defRPr sz="1425" b="0" i="0">
                <a:solidFill>
                  <a:srgbClr val="F8FAFC"/>
                </a:solidFill>
              </a:defRPr>
            </a:pPr>
            <a:r>
              <a:rPr sz="1425" b="0" i="0">
                <a:solidFill>
                  <a:srgbClr val="F8FAFC"/>
                </a:solidFill>
              </a:rPr>
              <a:t>The type is observed, the policy review is complete, and no supported disclosure is present.</a:t>
            </a:r>
          </a:p>
        </p:txBody>
      </p:sp>
      <p:sp>
        <p:nvSpPr>
          <p:cNvPr id="17" name="">
            <a:extLst xmlns:a="http://schemas.openxmlformats.org/drawingml/2006/main">
              <a:ext uri="{FF2B5EF4-FFF2-40B4-BE49-F238E27FC236}">
                <a16:creationId xmlns:a16="http://schemas.microsoft.com/office/drawing/2014/main" id="{FE83576A-683D-4DBB-BCF0-E021987465CD}"/>
              </a:ext>
            </a:extLst>
          </p:cNvPr>
          <p:cNvSpPr>
            <a:spLocks xmlns:a="http://schemas.openxmlformats.org/drawingml/2006/main" noGrp="1"/>
          </p:cNvSpPr>
          <p:nvPr/>
        </p:nvSpPr>
        <p:spPr>
          <a:xfrm xmlns:a="http://schemas.openxmlformats.org/drawingml/2006/main">
            <a:off x="714375" y="4572000"/>
            <a:ext cx="10715625" cy="790575"/>
          </a:xfrm>
          <a:prstGeom xmlns:a="http://schemas.openxmlformats.org/drawingml/2006/main" prst="roundRect">
            <a:avLst>
              <a:gd name="adj" fmla="val 14458"/>
            </a:avLst>
          </a:prstGeom>
          <a:solidFill xmlns:a="http://schemas.openxmlformats.org/drawingml/2006/main">
            <a:srgbClr val="0F1C2E"/>
          </a:solidFill>
          <a:ln xmlns:a="http://schemas.openxmlformats.org/drawingml/2006/main" w="9525">
            <a:solidFill>
              <a:srgbClr val="26364D"/>
            </a:solidFill>
            <a:prstDash val="solid"/>
          </a:ln>
        </p:spPr>
      </p:sp>
      <p:sp>
        <p:nvSpPr>
          <p:cNvPr id="18" name="">
            <a:extLst xmlns:a="http://schemas.openxmlformats.org/drawingml/2006/main">
              <a:ext uri="{FF2B5EF4-FFF2-40B4-BE49-F238E27FC236}">
                <a16:creationId xmlns:a16="http://schemas.microsoft.com/office/drawing/2014/main" id="{8D932031-C7F3-411C-924D-93A893C700B2}"/>
              </a:ext>
            </a:extLst>
          </p:cNvPr>
          <p:cNvSpPr>
            <a:spLocks xmlns:a="http://schemas.openxmlformats.org/drawingml/2006/main" noGrp="1"/>
          </p:cNvSpPr>
          <p:nvPr/>
        </p:nvSpPr>
        <p:spPr>
          <a:xfrm xmlns:a="http://schemas.openxmlformats.org/drawingml/2006/main">
            <a:off x="904875" y="4800600"/>
            <a:ext cx="195262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BF24"/>
            </a:solidFill>
            <a:prstDash val="solid"/>
          </a:ln>
        </p:spPr>
      </p:sp>
      <p:sp>
        <p:nvSpPr>
          <p:cNvPr id="19" name="">
            <a:extLst xmlns:a="http://schemas.openxmlformats.org/drawingml/2006/main">
              <a:ext uri="{FF2B5EF4-FFF2-40B4-BE49-F238E27FC236}">
                <a16:creationId xmlns:a16="http://schemas.microsoft.com/office/drawing/2014/main" id="{850F782E-745C-4A96-BBFD-B10C6307BD83}"/>
              </a:ext>
            </a:extLst>
          </p:cNvPr>
          <p:cNvSpPr>
            <a:spLocks xmlns:a="http://schemas.openxmlformats.org/drawingml/2006/main" noGrp="1"/>
          </p:cNvSpPr>
          <p:nvPr/>
        </p:nvSpPr>
        <p:spPr>
          <a:xfrm xmlns:a="http://schemas.openxmlformats.org/drawingml/2006/main">
            <a:off x="1000125" y="4829175"/>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BF24"/>
                </a:solidFill>
              </a:defRPr>
            </a:defPPr>
            <a:lvl1pPr algn="ctr">
              <a:defRPr sz="1050" b="1" i="0">
                <a:solidFill>
                  <a:srgbClr val="FBBF24"/>
                </a:solidFill>
              </a:defRPr>
            </a:lvl1pPr>
            <a:lvl2pPr algn="ctr">
              <a:defRPr sz="1050" b="1" i="0">
                <a:solidFill>
                  <a:srgbClr val="FBBF24"/>
                </a:solidFill>
              </a:defRPr>
            </a:lvl2pPr>
            <a:lvl3pPr algn="ctr">
              <a:defRPr sz="1050" b="1" i="0">
                <a:solidFill>
                  <a:srgbClr val="FBBF24"/>
                </a:solidFill>
              </a:defRPr>
            </a:lvl3pPr>
            <a:lvl4pPr algn="ctr">
              <a:defRPr sz="1050" b="1" i="0">
                <a:solidFill>
                  <a:srgbClr val="FBBF24"/>
                </a:solidFill>
              </a:defRPr>
            </a:lvl4pPr>
            <a:lvl5pPr algn="ctr">
              <a:defRPr sz="1050" b="1" i="0">
                <a:solidFill>
                  <a:srgbClr val="FBBF24"/>
                </a:solidFill>
              </a:defRPr>
            </a:lvl5pPr>
            <a:lvl6pPr algn="ctr">
              <a:defRPr sz="1050" b="1" i="0">
                <a:solidFill>
                  <a:srgbClr val="FBBF24"/>
                </a:solidFill>
              </a:defRPr>
            </a:lvl6pPr>
            <a:lvl7pPr algn="ctr">
              <a:defRPr sz="1050" b="1" i="0">
                <a:solidFill>
                  <a:srgbClr val="FBBF24"/>
                </a:solidFill>
              </a:defRPr>
            </a:lvl7pPr>
            <a:lvl8pPr algn="ctr">
              <a:defRPr sz="1050" b="1" i="0">
                <a:solidFill>
                  <a:srgbClr val="FBBF24"/>
                </a:solidFill>
              </a:defRPr>
            </a:lvl8pPr>
            <a:lvl9pPr algn="ctr">
              <a:defRPr sz="1050" b="1" i="0">
                <a:solidFill>
                  <a:srgbClr val="FBBF24"/>
                </a:solidFill>
              </a:defRPr>
            </a:lvl9pPr>
          </a:lstStyle>
          <a:p xmlns:a="http://schemas.openxmlformats.org/drawingml/2006/main">
            <a:pPr algn="ctr">
              <a:defRPr sz="1050" b="1" i="0">
                <a:solidFill>
                  <a:srgbClr val="FBBF24"/>
                </a:solidFill>
              </a:defRPr>
            </a:pPr>
            <a:r>
              <a:rPr sz="1050" b="1" i="0">
                <a:solidFill>
                  <a:srgbClr val="FBBF24"/>
                </a:solidFill>
              </a:rPr>
              <a:t>CHECK INCOMPLETE</a:t>
            </a:r>
          </a:p>
        </p:txBody>
      </p:sp>
      <p:sp>
        <p:nvSpPr>
          <p:cNvPr id="20" name="">
            <a:extLst xmlns:a="http://schemas.openxmlformats.org/drawingml/2006/main">
              <a:ext uri="{FF2B5EF4-FFF2-40B4-BE49-F238E27FC236}">
                <a16:creationId xmlns:a16="http://schemas.microsoft.com/office/drawing/2014/main" id="{A871644B-58DD-4FFE-A114-E463395B937F}"/>
              </a:ext>
            </a:extLst>
          </p:cNvPr>
          <p:cNvSpPr>
            <a:spLocks xmlns:a="http://schemas.openxmlformats.org/drawingml/2006/main" noGrp="1"/>
          </p:cNvSpPr>
          <p:nvPr/>
        </p:nvSpPr>
        <p:spPr>
          <a:xfrm xmlns:a="http://schemas.openxmlformats.org/drawingml/2006/main">
            <a:off x="3143250" y="4705350"/>
            <a:ext cx="7858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i="0">
                <a:solidFill>
                  <a:srgbClr val="F8FAFC"/>
                </a:solidFill>
              </a:defRPr>
            </a:defPPr>
            <a:lvl1pPr algn="l">
              <a:defRPr sz="1425" b="0" i="0">
                <a:solidFill>
                  <a:srgbClr val="F8FAFC"/>
                </a:solidFill>
              </a:defRPr>
            </a:lvl1pPr>
            <a:lvl2pPr algn="l">
              <a:defRPr sz="1425" b="0" i="0">
                <a:solidFill>
                  <a:srgbClr val="F8FAFC"/>
                </a:solidFill>
              </a:defRPr>
            </a:lvl2pPr>
            <a:lvl3pPr algn="l">
              <a:defRPr sz="1425" b="0" i="0">
                <a:solidFill>
                  <a:srgbClr val="F8FAFC"/>
                </a:solidFill>
              </a:defRPr>
            </a:lvl3pPr>
            <a:lvl4pPr algn="l">
              <a:defRPr sz="1425" b="0" i="0">
                <a:solidFill>
                  <a:srgbClr val="F8FAFC"/>
                </a:solidFill>
              </a:defRPr>
            </a:lvl4pPr>
            <a:lvl5pPr algn="l">
              <a:defRPr sz="1425" b="0" i="0">
                <a:solidFill>
                  <a:srgbClr val="F8FAFC"/>
                </a:solidFill>
              </a:defRPr>
            </a:lvl5pPr>
            <a:lvl6pPr algn="l">
              <a:defRPr sz="1425" b="0" i="0">
                <a:solidFill>
                  <a:srgbClr val="F8FAFC"/>
                </a:solidFill>
              </a:defRPr>
            </a:lvl6pPr>
            <a:lvl7pPr algn="l">
              <a:defRPr sz="1425" b="0" i="0">
                <a:solidFill>
                  <a:srgbClr val="F8FAFC"/>
                </a:solidFill>
              </a:defRPr>
            </a:lvl7pPr>
            <a:lvl8pPr algn="l">
              <a:defRPr sz="1425" b="0" i="0">
                <a:solidFill>
                  <a:srgbClr val="F8FAFC"/>
                </a:solidFill>
              </a:defRPr>
            </a:lvl8pPr>
            <a:lvl9pPr algn="l">
              <a:defRPr sz="1425" b="0" i="0">
                <a:solidFill>
                  <a:srgbClr val="F8FAFC"/>
                </a:solidFill>
              </a:defRPr>
            </a:lvl9pPr>
          </a:lstStyle>
          <a:p xmlns:a="http://schemas.openxmlformats.org/drawingml/2006/main">
            <a:pPr algn="l">
              <a:defRPr sz="1425" b="0" i="0">
                <a:solidFill>
                  <a:srgbClr val="F8FAFC"/>
                </a:solidFill>
              </a:defRPr>
            </a:pPr>
            <a:r>
              <a:rPr sz="1425" b="0" i="0">
                <a:solidFill>
                  <a:srgbClr val="F8FAFC"/>
                </a:solidFill>
              </a:rPr>
              <a:t>Policy or capture evidence is too limited for a reliable decision.</a:t>
            </a:r>
          </a:p>
        </p:txBody>
      </p:sp>
      <p:sp>
        <p:nvSpPr>
          <p:cNvPr id="21" name="">
            <a:extLst xmlns:a="http://schemas.openxmlformats.org/drawingml/2006/main">
              <a:ext uri="{FF2B5EF4-FFF2-40B4-BE49-F238E27FC236}">
                <a16:creationId xmlns:a16="http://schemas.microsoft.com/office/drawing/2014/main" id="{606D1BB2-D8C8-4497-A740-364811BF3EEE}"/>
              </a:ext>
            </a:extLst>
          </p:cNvPr>
          <p:cNvSpPr>
            <a:spLocks xmlns:a="http://schemas.openxmlformats.org/drawingml/2006/main" noGrp="1"/>
          </p:cNvSpPr>
          <p:nvPr/>
        </p:nvSpPr>
        <p:spPr>
          <a:xfrm xmlns:a="http://schemas.openxmlformats.org/drawingml/2006/main">
            <a:off x="1143000" y="57912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i="0">
                <a:solidFill>
                  <a:srgbClr val="9AAAC0"/>
                </a:solidFill>
              </a:defRPr>
            </a:defPPr>
            <a:lvl1pPr algn="ctr">
              <a:defRPr sz="1350" b="0" i="0">
                <a:solidFill>
                  <a:srgbClr val="9AAAC0"/>
                </a:solidFill>
              </a:defRPr>
            </a:lvl1pPr>
            <a:lvl2pPr algn="ctr">
              <a:defRPr sz="1350" b="0" i="0">
                <a:solidFill>
                  <a:srgbClr val="9AAAC0"/>
                </a:solidFill>
              </a:defRPr>
            </a:lvl2pPr>
            <a:lvl3pPr algn="ctr">
              <a:defRPr sz="1350" b="0" i="0">
                <a:solidFill>
                  <a:srgbClr val="9AAAC0"/>
                </a:solidFill>
              </a:defRPr>
            </a:lvl3pPr>
            <a:lvl4pPr algn="ctr">
              <a:defRPr sz="1350" b="0" i="0">
                <a:solidFill>
                  <a:srgbClr val="9AAAC0"/>
                </a:solidFill>
              </a:defRPr>
            </a:lvl4pPr>
            <a:lvl5pPr algn="ctr">
              <a:defRPr sz="1350" b="0" i="0">
                <a:solidFill>
                  <a:srgbClr val="9AAAC0"/>
                </a:solidFill>
              </a:defRPr>
            </a:lvl5pPr>
            <a:lvl6pPr algn="ctr">
              <a:defRPr sz="1350" b="0" i="0">
                <a:solidFill>
                  <a:srgbClr val="9AAAC0"/>
                </a:solidFill>
              </a:defRPr>
            </a:lvl6pPr>
            <a:lvl7pPr algn="ctr">
              <a:defRPr sz="1350" b="0" i="0">
                <a:solidFill>
                  <a:srgbClr val="9AAAC0"/>
                </a:solidFill>
              </a:defRPr>
            </a:lvl7pPr>
            <a:lvl8pPr algn="ctr">
              <a:defRPr sz="1350" b="0" i="0">
                <a:solidFill>
                  <a:srgbClr val="9AAAC0"/>
                </a:solidFill>
              </a:defRPr>
            </a:lvl8pPr>
            <a:lvl9pPr algn="ctr">
              <a:defRPr sz="1350" b="0" i="0">
                <a:solidFill>
                  <a:srgbClr val="9AAAC0"/>
                </a:solidFill>
              </a:defRPr>
            </a:lvl9pPr>
          </a:lstStyle>
          <a:p xmlns:a="http://schemas.openxmlformats.org/drawingml/2006/main">
            <a:pPr algn="ctr">
              <a:defRPr sz="1350" b="0" i="0">
                <a:solidFill>
                  <a:srgbClr val="9AAAC0"/>
                </a:solidFill>
              </a:defRPr>
            </a:pPr>
            <a:r>
              <a:rPr sz="1350" b="0" i="0">
                <a:solidFill>
                  <a:srgbClr val="9AAAC0"/>
                </a:solidFill>
              </a:rPr>
              <a:t>Authorization tokens and session cookies remain visible technical evidence, but they do not create a privacy-policy gap by themselves.</a:t>
            </a:r>
          </a:p>
        </p:txBody>
      </p:sp>
      <p:sp>
        <p:nvSpPr>
          <p:cNvPr id="22" name="">
            <a:extLst xmlns:a="http://schemas.openxmlformats.org/drawingml/2006/main">
              <a:ext uri="{FF2B5EF4-FFF2-40B4-BE49-F238E27FC236}">
                <a16:creationId xmlns:a16="http://schemas.microsoft.com/office/drawing/2014/main" id="{16A61F35-9014-44F8-B33E-54BA8871E7AD}"/>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23" name="">
            <a:extLst xmlns:a="http://schemas.openxmlformats.org/drawingml/2006/main">
              <a:ext uri="{FF2B5EF4-FFF2-40B4-BE49-F238E27FC236}">
                <a16:creationId xmlns:a16="http://schemas.microsoft.com/office/drawing/2014/main" id="{5B168522-E72F-4766-AF1F-3190F0E4A204}"/>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396257300"/>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136DFFF-C48A-4004-95E5-C26F135998EC}"/>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VALIDATION</a:t>
            </a:r>
          </a:p>
        </p:txBody>
      </p:sp>
      <p:sp>
        <p:nvSpPr>
          <p:cNvPr id="2" name="">
            <a:extLst xmlns:a="http://schemas.openxmlformats.org/drawingml/2006/main">
              <a:ext uri="{FF2B5EF4-FFF2-40B4-BE49-F238E27FC236}">
                <a16:creationId xmlns:a16="http://schemas.microsoft.com/office/drawing/2014/main" id="{E011A64D-CAC0-4EA8-8EA2-601407CAEDB5}"/>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Six controlled scenarios prove the decision logic</a:t>
            </a:r>
          </a:p>
        </p:txBody>
      </p:sp>
      <p:sp>
        <p:nvSpPr>
          <p:cNvPr id="3" name="">
            <a:extLst xmlns:a="http://schemas.openxmlformats.org/drawingml/2006/main">
              <a:ext uri="{FF2B5EF4-FFF2-40B4-BE49-F238E27FC236}">
                <a16:creationId xmlns:a16="http://schemas.microsoft.com/office/drawing/2014/main" id="{A80DD710-9CA1-48E6-8CE7-8B1FC7F7AF2C}"/>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07</a:t>
            </a:r>
          </a:p>
        </p:txBody>
      </p:sp>
      <p:sp>
        <p:nvSpPr>
          <p:cNvPr id="4" name="">
            <a:extLst xmlns:a="http://schemas.openxmlformats.org/drawingml/2006/main">
              <a:ext uri="{FF2B5EF4-FFF2-40B4-BE49-F238E27FC236}">
                <a16:creationId xmlns:a16="http://schemas.microsoft.com/office/drawing/2014/main" id="{ECC3C2A7-8E79-429A-9C9D-C33002E1BF8B}"/>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DD173C9E-EE75-42AD-B66A-FD36D66F881E}"/>
              </a:ext>
            </a:extLst>
          </p:cNvPr>
          <p:cNvSpPr>
            <a:spLocks xmlns:a="http://schemas.openxmlformats.org/drawingml/2006/main" noGrp="1"/>
          </p:cNvSpPr>
          <p:nvPr/>
        </p:nvSpPr>
        <p:spPr>
          <a:xfrm xmlns:a="http://schemas.openxmlformats.org/drawingml/2006/main">
            <a:off x="704850" y="1619250"/>
            <a:ext cx="3333750" cy="1619250"/>
          </a:xfrm>
          <a:prstGeom xmlns:a="http://schemas.openxmlformats.org/drawingml/2006/main" prst="roundRect">
            <a:avLst>
              <a:gd name="adj" fmla="val 9412"/>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5C669F01-74C2-4FFC-B201-706C28C409A8}"/>
              </a:ext>
            </a:extLst>
          </p:cNvPr>
          <p:cNvSpPr>
            <a:spLocks xmlns:a="http://schemas.openxmlformats.org/drawingml/2006/main" noGrp="1"/>
          </p:cNvSpPr>
          <p:nvPr/>
        </p:nvSpPr>
        <p:spPr>
          <a:xfrm xmlns:a="http://schemas.openxmlformats.org/drawingml/2006/main">
            <a:off x="933450" y="18478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34D399"/>
                </a:solidFill>
              </a:defRPr>
            </a:defPPr>
            <a:lvl1pPr algn="l">
              <a:defRPr sz="1050" b="1" i="0">
                <a:solidFill>
                  <a:srgbClr val="34D399"/>
                </a:solidFill>
              </a:defRPr>
            </a:lvl1pPr>
            <a:lvl2pPr algn="l">
              <a:defRPr sz="1050" b="1" i="0">
                <a:solidFill>
                  <a:srgbClr val="34D399"/>
                </a:solidFill>
              </a:defRPr>
            </a:lvl2pPr>
            <a:lvl3pPr algn="l">
              <a:defRPr sz="1050" b="1" i="0">
                <a:solidFill>
                  <a:srgbClr val="34D399"/>
                </a:solidFill>
              </a:defRPr>
            </a:lvl3pPr>
            <a:lvl4pPr algn="l">
              <a:defRPr sz="1050" b="1" i="0">
                <a:solidFill>
                  <a:srgbClr val="34D399"/>
                </a:solidFill>
              </a:defRPr>
            </a:lvl4pPr>
            <a:lvl5pPr algn="l">
              <a:defRPr sz="1050" b="1" i="0">
                <a:solidFill>
                  <a:srgbClr val="34D399"/>
                </a:solidFill>
              </a:defRPr>
            </a:lvl5pPr>
            <a:lvl6pPr algn="l">
              <a:defRPr sz="1050" b="1" i="0">
                <a:solidFill>
                  <a:srgbClr val="34D399"/>
                </a:solidFill>
              </a:defRPr>
            </a:lvl6pPr>
            <a:lvl7pPr algn="l">
              <a:defRPr sz="1050" b="1" i="0">
                <a:solidFill>
                  <a:srgbClr val="34D399"/>
                </a:solidFill>
              </a:defRPr>
            </a:lvl7pPr>
            <a:lvl8pPr algn="l">
              <a:defRPr sz="1050" b="1" i="0">
                <a:solidFill>
                  <a:srgbClr val="34D399"/>
                </a:solidFill>
              </a:defRPr>
            </a:lvl8pPr>
            <a:lvl9pPr algn="l">
              <a:defRPr sz="1050" b="1" i="0">
                <a:solidFill>
                  <a:srgbClr val="34D399"/>
                </a:solidFill>
              </a:defRPr>
            </a:lvl9pPr>
          </a:lstStyle>
          <a:p xmlns:a="http://schemas.openxmlformats.org/drawingml/2006/main">
            <a:pPr algn="l">
              <a:defRPr sz="1050" b="1" i="0">
                <a:solidFill>
                  <a:srgbClr val="34D399"/>
                </a:solidFill>
              </a:defRPr>
            </a:pPr>
            <a:r>
              <a:rPr sz="1050" b="1" i="0">
                <a:solidFill>
                  <a:srgbClr val="34D399"/>
                </a:solidFill>
              </a:rPr>
              <a:t>01</a:t>
            </a:r>
          </a:p>
        </p:txBody>
      </p:sp>
      <p:sp>
        <p:nvSpPr>
          <p:cNvPr id="7" name="">
            <a:extLst xmlns:a="http://schemas.openxmlformats.org/drawingml/2006/main">
              <a:ext uri="{FF2B5EF4-FFF2-40B4-BE49-F238E27FC236}">
                <a16:creationId xmlns:a16="http://schemas.microsoft.com/office/drawing/2014/main" id="{A1A72EA8-F684-460F-A1D6-2B95029E8FC9}"/>
              </a:ext>
            </a:extLst>
          </p:cNvPr>
          <p:cNvSpPr>
            <a:spLocks xmlns:a="http://schemas.openxmlformats.org/drawingml/2006/main" noGrp="1"/>
          </p:cNvSpPr>
          <p:nvPr/>
        </p:nvSpPr>
        <p:spPr>
          <a:xfrm xmlns:a="http://schemas.openxmlformats.org/drawingml/2006/main">
            <a:off x="933450" y="2247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Fully disclosed</a:t>
            </a:r>
          </a:p>
        </p:txBody>
      </p:sp>
      <p:sp>
        <p:nvSpPr>
          <p:cNvPr id="8" name="">
            <a:extLst xmlns:a="http://schemas.openxmlformats.org/drawingml/2006/main">
              <a:ext uri="{FF2B5EF4-FFF2-40B4-BE49-F238E27FC236}">
                <a16:creationId xmlns:a16="http://schemas.microsoft.com/office/drawing/2014/main" id="{90BDE7D4-1EEC-408E-B7B9-F46201FA2C5B}"/>
              </a:ext>
            </a:extLst>
          </p:cNvPr>
          <p:cNvSpPr>
            <a:spLocks xmlns:a="http://schemas.openxmlformats.org/drawingml/2006/main" noGrp="1"/>
          </p:cNvSpPr>
          <p:nvPr/>
        </p:nvSpPr>
        <p:spPr>
          <a:xfrm xmlns:a="http://schemas.openxmlformats.org/drawingml/2006/main">
            <a:off x="933450" y="2714625"/>
            <a:ext cx="18097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34D399"/>
            </a:solidFill>
            <a:prstDash val="solid"/>
          </a:ln>
        </p:spPr>
      </p:sp>
      <p:sp>
        <p:nvSpPr>
          <p:cNvPr id="9" name="">
            <a:extLst xmlns:a="http://schemas.openxmlformats.org/drawingml/2006/main">
              <a:ext uri="{FF2B5EF4-FFF2-40B4-BE49-F238E27FC236}">
                <a16:creationId xmlns:a16="http://schemas.microsoft.com/office/drawing/2014/main" id="{470D75D0-2BE1-400A-B7C2-B0F3CA13E7C2}"/>
              </a:ext>
            </a:extLst>
          </p:cNvPr>
          <p:cNvSpPr>
            <a:spLocks xmlns:a="http://schemas.openxmlformats.org/drawingml/2006/main" noGrp="1"/>
          </p:cNvSpPr>
          <p:nvPr/>
        </p:nvSpPr>
        <p:spPr>
          <a:xfrm xmlns:a="http://schemas.openxmlformats.org/drawingml/2006/main">
            <a:off x="1028700" y="2743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34D399"/>
                </a:solidFill>
              </a:defRPr>
            </a:defPPr>
            <a:lvl1pPr algn="ctr">
              <a:defRPr sz="1050" b="1" i="0">
                <a:solidFill>
                  <a:srgbClr val="34D399"/>
                </a:solidFill>
              </a:defRPr>
            </a:lvl1pPr>
            <a:lvl2pPr algn="ctr">
              <a:defRPr sz="1050" b="1" i="0">
                <a:solidFill>
                  <a:srgbClr val="34D399"/>
                </a:solidFill>
              </a:defRPr>
            </a:lvl2pPr>
            <a:lvl3pPr algn="ctr">
              <a:defRPr sz="1050" b="1" i="0">
                <a:solidFill>
                  <a:srgbClr val="34D399"/>
                </a:solidFill>
              </a:defRPr>
            </a:lvl3pPr>
            <a:lvl4pPr algn="ctr">
              <a:defRPr sz="1050" b="1" i="0">
                <a:solidFill>
                  <a:srgbClr val="34D399"/>
                </a:solidFill>
              </a:defRPr>
            </a:lvl4pPr>
            <a:lvl5pPr algn="ctr">
              <a:defRPr sz="1050" b="1" i="0">
                <a:solidFill>
                  <a:srgbClr val="34D399"/>
                </a:solidFill>
              </a:defRPr>
            </a:lvl5pPr>
            <a:lvl6pPr algn="ctr">
              <a:defRPr sz="1050" b="1" i="0">
                <a:solidFill>
                  <a:srgbClr val="34D399"/>
                </a:solidFill>
              </a:defRPr>
            </a:lvl6pPr>
            <a:lvl7pPr algn="ctr">
              <a:defRPr sz="1050" b="1" i="0">
                <a:solidFill>
                  <a:srgbClr val="34D399"/>
                </a:solidFill>
              </a:defRPr>
            </a:lvl7pPr>
            <a:lvl8pPr algn="ctr">
              <a:defRPr sz="1050" b="1" i="0">
                <a:solidFill>
                  <a:srgbClr val="34D399"/>
                </a:solidFill>
              </a:defRPr>
            </a:lvl8pPr>
            <a:lvl9pPr algn="ctr">
              <a:defRPr sz="1050" b="1" i="0">
                <a:solidFill>
                  <a:srgbClr val="34D399"/>
                </a:solidFill>
              </a:defRPr>
            </a:lvl9pPr>
          </a:lstStyle>
          <a:p xmlns:a="http://schemas.openxmlformats.org/drawingml/2006/main">
            <a:pPr algn="ctr">
              <a:defRPr sz="1050" b="1" i="0">
                <a:solidFill>
                  <a:srgbClr val="34D399"/>
                </a:solidFill>
              </a:defRPr>
            </a:pPr>
            <a:r>
              <a:rPr sz="1050" b="1" i="0">
                <a:solidFill>
                  <a:srgbClr val="34D399"/>
                </a:solidFill>
              </a:rPr>
              <a:t>No gap</a:t>
            </a:r>
          </a:p>
        </p:txBody>
      </p:sp>
      <p:sp>
        <p:nvSpPr>
          <p:cNvPr id="10" name="">
            <a:extLst xmlns:a="http://schemas.openxmlformats.org/drawingml/2006/main">
              <a:ext uri="{FF2B5EF4-FFF2-40B4-BE49-F238E27FC236}">
                <a16:creationId xmlns:a16="http://schemas.microsoft.com/office/drawing/2014/main" id="{5912EA7F-9062-448A-B858-2EF2055E0DDD}"/>
              </a:ext>
            </a:extLst>
          </p:cNvPr>
          <p:cNvSpPr>
            <a:spLocks xmlns:a="http://schemas.openxmlformats.org/drawingml/2006/main" noGrp="1"/>
          </p:cNvSpPr>
          <p:nvPr/>
        </p:nvSpPr>
        <p:spPr>
          <a:xfrm xmlns:a="http://schemas.openxmlformats.org/drawingml/2006/main">
            <a:off x="4343400" y="1619250"/>
            <a:ext cx="3333750" cy="1619250"/>
          </a:xfrm>
          <a:prstGeom xmlns:a="http://schemas.openxmlformats.org/drawingml/2006/main" prst="roundRect">
            <a:avLst>
              <a:gd name="adj" fmla="val 9412"/>
            </a:avLst>
          </a:prstGeom>
          <a:solidFill xmlns:a="http://schemas.openxmlformats.org/drawingml/2006/main">
            <a:srgbClr val="0F1C2E"/>
          </a:solidFill>
          <a:ln xmlns:a="http://schemas.openxmlformats.org/drawingml/2006/main" w="9525">
            <a:solidFill>
              <a:srgbClr val="26364D"/>
            </a:solidFill>
            <a:prstDash val="solid"/>
          </a:ln>
        </p:spPr>
      </p:sp>
      <p:sp>
        <p:nvSpPr>
          <p:cNvPr id="11" name="">
            <a:extLst xmlns:a="http://schemas.openxmlformats.org/drawingml/2006/main">
              <a:ext uri="{FF2B5EF4-FFF2-40B4-BE49-F238E27FC236}">
                <a16:creationId xmlns:a16="http://schemas.microsoft.com/office/drawing/2014/main" id="{2FF8FC88-2F7E-4ADC-B927-29D2330CE456}"/>
              </a:ext>
            </a:extLst>
          </p:cNvPr>
          <p:cNvSpPr>
            <a:spLocks xmlns:a="http://schemas.openxmlformats.org/drawingml/2006/main" noGrp="1"/>
          </p:cNvSpPr>
          <p:nvPr/>
        </p:nvSpPr>
        <p:spPr>
          <a:xfrm xmlns:a="http://schemas.openxmlformats.org/drawingml/2006/main">
            <a:off x="4572000" y="18478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FB7185"/>
                </a:solidFill>
              </a:defRPr>
            </a:defPPr>
            <a:lvl1pPr algn="l">
              <a:defRPr sz="1050" b="1" i="0">
                <a:solidFill>
                  <a:srgbClr val="FB7185"/>
                </a:solidFill>
              </a:defRPr>
            </a:lvl1pPr>
            <a:lvl2pPr algn="l">
              <a:defRPr sz="1050" b="1" i="0">
                <a:solidFill>
                  <a:srgbClr val="FB7185"/>
                </a:solidFill>
              </a:defRPr>
            </a:lvl2pPr>
            <a:lvl3pPr algn="l">
              <a:defRPr sz="1050" b="1" i="0">
                <a:solidFill>
                  <a:srgbClr val="FB7185"/>
                </a:solidFill>
              </a:defRPr>
            </a:lvl3pPr>
            <a:lvl4pPr algn="l">
              <a:defRPr sz="1050" b="1" i="0">
                <a:solidFill>
                  <a:srgbClr val="FB7185"/>
                </a:solidFill>
              </a:defRPr>
            </a:lvl4pPr>
            <a:lvl5pPr algn="l">
              <a:defRPr sz="1050" b="1" i="0">
                <a:solidFill>
                  <a:srgbClr val="FB7185"/>
                </a:solidFill>
              </a:defRPr>
            </a:lvl5pPr>
            <a:lvl6pPr algn="l">
              <a:defRPr sz="1050" b="1" i="0">
                <a:solidFill>
                  <a:srgbClr val="FB7185"/>
                </a:solidFill>
              </a:defRPr>
            </a:lvl6pPr>
            <a:lvl7pPr algn="l">
              <a:defRPr sz="1050" b="1" i="0">
                <a:solidFill>
                  <a:srgbClr val="FB7185"/>
                </a:solidFill>
              </a:defRPr>
            </a:lvl7pPr>
            <a:lvl8pPr algn="l">
              <a:defRPr sz="1050" b="1" i="0">
                <a:solidFill>
                  <a:srgbClr val="FB7185"/>
                </a:solidFill>
              </a:defRPr>
            </a:lvl8pPr>
            <a:lvl9pPr algn="l">
              <a:defRPr sz="1050" b="1" i="0">
                <a:solidFill>
                  <a:srgbClr val="FB7185"/>
                </a:solidFill>
              </a:defRPr>
            </a:lvl9pPr>
          </a:lstStyle>
          <a:p xmlns:a="http://schemas.openxmlformats.org/drawingml/2006/main">
            <a:pPr algn="l">
              <a:defRPr sz="1050" b="1" i="0">
                <a:solidFill>
                  <a:srgbClr val="FB7185"/>
                </a:solidFill>
              </a:defRPr>
            </a:pPr>
            <a:r>
              <a:rPr sz="1050" b="1" i="0">
                <a:solidFill>
                  <a:srgbClr val="FB7185"/>
                </a:solidFill>
              </a:rPr>
              <a:t>02</a:t>
            </a:r>
          </a:p>
        </p:txBody>
      </p:sp>
      <p:sp>
        <p:nvSpPr>
          <p:cNvPr id="12" name="">
            <a:extLst xmlns:a="http://schemas.openxmlformats.org/drawingml/2006/main">
              <a:ext uri="{FF2B5EF4-FFF2-40B4-BE49-F238E27FC236}">
                <a16:creationId xmlns:a16="http://schemas.microsoft.com/office/drawing/2014/main" id="{4589067A-8504-4AF7-81C4-4AF28D34F517}"/>
              </a:ext>
            </a:extLst>
          </p:cNvPr>
          <p:cNvSpPr>
            <a:spLocks xmlns:a="http://schemas.openxmlformats.org/drawingml/2006/main" noGrp="1"/>
          </p:cNvSpPr>
          <p:nvPr/>
        </p:nvSpPr>
        <p:spPr>
          <a:xfrm xmlns:a="http://schemas.openxmlformats.org/drawingml/2006/main">
            <a:off x="4572000" y="2247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Clear non-disclosure</a:t>
            </a:r>
          </a:p>
        </p:txBody>
      </p:sp>
      <p:sp>
        <p:nvSpPr>
          <p:cNvPr id="13" name="">
            <a:extLst xmlns:a="http://schemas.openxmlformats.org/drawingml/2006/main">
              <a:ext uri="{FF2B5EF4-FFF2-40B4-BE49-F238E27FC236}">
                <a16:creationId xmlns:a16="http://schemas.microsoft.com/office/drawing/2014/main" id="{97EFD484-B3C0-4D7F-A4D6-A823E466E3BD}"/>
              </a:ext>
            </a:extLst>
          </p:cNvPr>
          <p:cNvSpPr>
            <a:spLocks xmlns:a="http://schemas.openxmlformats.org/drawingml/2006/main" noGrp="1"/>
          </p:cNvSpPr>
          <p:nvPr/>
        </p:nvSpPr>
        <p:spPr>
          <a:xfrm xmlns:a="http://schemas.openxmlformats.org/drawingml/2006/main">
            <a:off x="4572000" y="2714625"/>
            <a:ext cx="18097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7185"/>
            </a:solidFill>
            <a:prstDash val="solid"/>
          </a:ln>
        </p:spPr>
      </p:sp>
      <p:sp>
        <p:nvSpPr>
          <p:cNvPr id="14" name="">
            <a:extLst xmlns:a="http://schemas.openxmlformats.org/drawingml/2006/main">
              <a:ext uri="{FF2B5EF4-FFF2-40B4-BE49-F238E27FC236}">
                <a16:creationId xmlns:a16="http://schemas.microsoft.com/office/drawing/2014/main" id="{250A50C4-D27E-44D2-A155-162B8EB99E57}"/>
              </a:ext>
            </a:extLst>
          </p:cNvPr>
          <p:cNvSpPr>
            <a:spLocks xmlns:a="http://schemas.openxmlformats.org/drawingml/2006/main" noGrp="1"/>
          </p:cNvSpPr>
          <p:nvPr/>
        </p:nvSpPr>
        <p:spPr>
          <a:xfrm xmlns:a="http://schemas.openxmlformats.org/drawingml/2006/main">
            <a:off x="4667250" y="2743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7185"/>
                </a:solidFill>
              </a:defRPr>
            </a:defPPr>
            <a:lvl1pPr algn="ctr">
              <a:defRPr sz="1050" b="1" i="0">
                <a:solidFill>
                  <a:srgbClr val="FB7185"/>
                </a:solidFill>
              </a:defRPr>
            </a:lvl1pPr>
            <a:lvl2pPr algn="ctr">
              <a:defRPr sz="1050" b="1" i="0">
                <a:solidFill>
                  <a:srgbClr val="FB7185"/>
                </a:solidFill>
              </a:defRPr>
            </a:lvl2pPr>
            <a:lvl3pPr algn="ctr">
              <a:defRPr sz="1050" b="1" i="0">
                <a:solidFill>
                  <a:srgbClr val="FB7185"/>
                </a:solidFill>
              </a:defRPr>
            </a:lvl3pPr>
            <a:lvl4pPr algn="ctr">
              <a:defRPr sz="1050" b="1" i="0">
                <a:solidFill>
                  <a:srgbClr val="FB7185"/>
                </a:solidFill>
              </a:defRPr>
            </a:lvl4pPr>
            <a:lvl5pPr algn="ctr">
              <a:defRPr sz="1050" b="1" i="0">
                <a:solidFill>
                  <a:srgbClr val="FB7185"/>
                </a:solidFill>
              </a:defRPr>
            </a:lvl5pPr>
            <a:lvl6pPr algn="ctr">
              <a:defRPr sz="1050" b="1" i="0">
                <a:solidFill>
                  <a:srgbClr val="FB7185"/>
                </a:solidFill>
              </a:defRPr>
            </a:lvl6pPr>
            <a:lvl7pPr algn="ctr">
              <a:defRPr sz="1050" b="1" i="0">
                <a:solidFill>
                  <a:srgbClr val="FB7185"/>
                </a:solidFill>
              </a:defRPr>
            </a:lvl7pPr>
            <a:lvl8pPr algn="ctr">
              <a:defRPr sz="1050" b="1" i="0">
                <a:solidFill>
                  <a:srgbClr val="FB7185"/>
                </a:solidFill>
              </a:defRPr>
            </a:lvl8pPr>
            <a:lvl9pPr algn="ctr">
              <a:defRPr sz="1050" b="1" i="0">
                <a:solidFill>
                  <a:srgbClr val="FB7185"/>
                </a:solidFill>
              </a:defRPr>
            </a:lvl9pPr>
          </a:lstStyle>
          <a:p xmlns:a="http://schemas.openxmlformats.org/drawingml/2006/main">
            <a:pPr algn="ctr">
              <a:defRPr sz="1050" b="1" i="0">
                <a:solidFill>
                  <a:srgbClr val="FB7185"/>
                </a:solidFill>
              </a:defRPr>
            </a:pPr>
            <a:r>
              <a:rPr sz="1050" b="1" i="0">
                <a:solidFill>
                  <a:srgbClr val="FB7185"/>
                </a:solidFill>
              </a:rPr>
              <a:t>Gap</a:t>
            </a:r>
          </a:p>
        </p:txBody>
      </p:sp>
      <p:sp>
        <p:nvSpPr>
          <p:cNvPr id="15" name="">
            <a:extLst xmlns:a="http://schemas.openxmlformats.org/drawingml/2006/main">
              <a:ext uri="{FF2B5EF4-FFF2-40B4-BE49-F238E27FC236}">
                <a16:creationId xmlns:a16="http://schemas.microsoft.com/office/drawing/2014/main" id="{1A992F78-E07E-4E25-9A28-905A74E4B5ED}"/>
              </a:ext>
            </a:extLst>
          </p:cNvPr>
          <p:cNvSpPr>
            <a:spLocks xmlns:a="http://schemas.openxmlformats.org/drawingml/2006/main" noGrp="1"/>
          </p:cNvSpPr>
          <p:nvPr/>
        </p:nvSpPr>
        <p:spPr>
          <a:xfrm xmlns:a="http://schemas.openxmlformats.org/drawingml/2006/main">
            <a:off x="7981950" y="1619250"/>
            <a:ext cx="3333750" cy="1619250"/>
          </a:xfrm>
          <a:prstGeom xmlns:a="http://schemas.openxmlformats.org/drawingml/2006/main" prst="roundRect">
            <a:avLst>
              <a:gd name="adj" fmla="val 9412"/>
            </a:avLst>
          </a:prstGeom>
          <a:solidFill xmlns:a="http://schemas.openxmlformats.org/drawingml/2006/main">
            <a:srgbClr val="0F1C2E"/>
          </a:solidFill>
          <a:ln xmlns:a="http://schemas.openxmlformats.org/drawingml/2006/main" w="9525">
            <a:solidFill>
              <a:srgbClr val="26364D"/>
            </a:solidFill>
            <a:prstDash val="solid"/>
          </a:ln>
        </p:spPr>
      </p:sp>
      <p:sp>
        <p:nvSpPr>
          <p:cNvPr id="16" name="">
            <a:extLst xmlns:a="http://schemas.openxmlformats.org/drawingml/2006/main">
              <a:ext uri="{FF2B5EF4-FFF2-40B4-BE49-F238E27FC236}">
                <a16:creationId xmlns:a16="http://schemas.microsoft.com/office/drawing/2014/main" id="{3F293D60-303C-4216-9DD8-E384A1207FAD}"/>
              </a:ext>
            </a:extLst>
          </p:cNvPr>
          <p:cNvSpPr>
            <a:spLocks xmlns:a="http://schemas.openxmlformats.org/drawingml/2006/main" noGrp="1"/>
          </p:cNvSpPr>
          <p:nvPr/>
        </p:nvSpPr>
        <p:spPr>
          <a:xfrm xmlns:a="http://schemas.openxmlformats.org/drawingml/2006/main">
            <a:off x="8210550" y="18478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FBBF24"/>
                </a:solidFill>
              </a:defRPr>
            </a:defPPr>
            <a:lvl1pPr algn="l">
              <a:defRPr sz="1050" b="1" i="0">
                <a:solidFill>
                  <a:srgbClr val="FBBF24"/>
                </a:solidFill>
              </a:defRPr>
            </a:lvl1pPr>
            <a:lvl2pPr algn="l">
              <a:defRPr sz="1050" b="1" i="0">
                <a:solidFill>
                  <a:srgbClr val="FBBF24"/>
                </a:solidFill>
              </a:defRPr>
            </a:lvl2pPr>
            <a:lvl3pPr algn="l">
              <a:defRPr sz="1050" b="1" i="0">
                <a:solidFill>
                  <a:srgbClr val="FBBF24"/>
                </a:solidFill>
              </a:defRPr>
            </a:lvl3pPr>
            <a:lvl4pPr algn="l">
              <a:defRPr sz="1050" b="1" i="0">
                <a:solidFill>
                  <a:srgbClr val="FBBF24"/>
                </a:solidFill>
              </a:defRPr>
            </a:lvl4pPr>
            <a:lvl5pPr algn="l">
              <a:defRPr sz="1050" b="1" i="0">
                <a:solidFill>
                  <a:srgbClr val="FBBF24"/>
                </a:solidFill>
              </a:defRPr>
            </a:lvl5pPr>
            <a:lvl6pPr algn="l">
              <a:defRPr sz="1050" b="1" i="0">
                <a:solidFill>
                  <a:srgbClr val="FBBF24"/>
                </a:solidFill>
              </a:defRPr>
            </a:lvl6pPr>
            <a:lvl7pPr algn="l">
              <a:defRPr sz="1050" b="1" i="0">
                <a:solidFill>
                  <a:srgbClr val="FBBF24"/>
                </a:solidFill>
              </a:defRPr>
            </a:lvl7pPr>
            <a:lvl8pPr algn="l">
              <a:defRPr sz="1050" b="1" i="0">
                <a:solidFill>
                  <a:srgbClr val="FBBF24"/>
                </a:solidFill>
              </a:defRPr>
            </a:lvl8pPr>
            <a:lvl9pPr algn="l">
              <a:defRPr sz="1050" b="1" i="0">
                <a:solidFill>
                  <a:srgbClr val="FBBF24"/>
                </a:solidFill>
              </a:defRPr>
            </a:lvl9pPr>
          </a:lstStyle>
          <a:p xmlns:a="http://schemas.openxmlformats.org/drawingml/2006/main">
            <a:pPr algn="l">
              <a:defRPr sz="1050" b="1" i="0">
                <a:solidFill>
                  <a:srgbClr val="FBBF24"/>
                </a:solidFill>
              </a:defRPr>
            </a:pPr>
            <a:r>
              <a:rPr sz="1050" b="1" i="0">
                <a:solidFill>
                  <a:srgbClr val="FBBF24"/>
                </a:solidFill>
              </a:rPr>
              <a:t>03</a:t>
            </a:r>
          </a:p>
        </p:txBody>
      </p:sp>
      <p:sp>
        <p:nvSpPr>
          <p:cNvPr id="17" name="">
            <a:extLst xmlns:a="http://schemas.openxmlformats.org/drawingml/2006/main">
              <a:ext uri="{FF2B5EF4-FFF2-40B4-BE49-F238E27FC236}">
                <a16:creationId xmlns:a16="http://schemas.microsoft.com/office/drawing/2014/main" id="{B4042C1C-24B1-4976-A737-A937D7E79716}"/>
              </a:ext>
            </a:extLst>
          </p:cNvPr>
          <p:cNvSpPr>
            <a:spLocks xmlns:a="http://schemas.openxmlformats.org/drawingml/2006/main" noGrp="1"/>
          </p:cNvSpPr>
          <p:nvPr/>
        </p:nvSpPr>
        <p:spPr>
          <a:xfrm xmlns:a="http://schemas.openxmlformats.org/drawingml/2006/main">
            <a:off x="8210550" y="2247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Partial policy</a:t>
            </a:r>
          </a:p>
        </p:txBody>
      </p:sp>
      <p:sp>
        <p:nvSpPr>
          <p:cNvPr id="18" name="">
            <a:extLst xmlns:a="http://schemas.openxmlformats.org/drawingml/2006/main">
              <a:ext uri="{FF2B5EF4-FFF2-40B4-BE49-F238E27FC236}">
                <a16:creationId xmlns:a16="http://schemas.microsoft.com/office/drawing/2014/main" id="{CAEAA455-5481-4ED3-A618-40D51C7AF9EA}"/>
              </a:ext>
            </a:extLst>
          </p:cNvPr>
          <p:cNvSpPr>
            <a:spLocks xmlns:a="http://schemas.openxmlformats.org/drawingml/2006/main" noGrp="1"/>
          </p:cNvSpPr>
          <p:nvPr/>
        </p:nvSpPr>
        <p:spPr>
          <a:xfrm xmlns:a="http://schemas.openxmlformats.org/drawingml/2006/main">
            <a:off x="8210550" y="2714625"/>
            <a:ext cx="18097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BF24"/>
            </a:solidFill>
            <a:prstDash val="solid"/>
          </a:ln>
        </p:spPr>
      </p:sp>
      <p:sp>
        <p:nvSpPr>
          <p:cNvPr id="19" name="">
            <a:extLst xmlns:a="http://schemas.openxmlformats.org/drawingml/2006/main">
              <a:ext uri="{FF2B5EF4-FFF2-40B4-BE49-F238E27FC236}">
                <a16:creationId xmlns:a16="http://schemas.microsoft.com/office/drawing/2014/main" id="{9C9F6028-21B4-4F59-8242-B563904FA123}"/>
              </a:ext>
            </a:extLst>
          </p:cNvPr>
          <p:cNvSpPr>
            <a:spLocks xmlns:a="http://schemas.openxmlformats.org/drawingml/2006/main" noGrp="1"/>
          </p:cNvSpPr>
          <p:nvPr/>
        </p:nvSpPr>
        <p:spPr>
          <a:xfrm xmlns:a="http://schemas.openxmlformats.org/drawingml/2006/main">
            <a:off x="8305800" y="2743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BF24"/>
                </a:solidFill>
              </a:defRPr>
            </a:defPPr>
            <a:lvl1pPr algn="ctr">
              <a:defRPr sz="1050" b="1" i="0">
                <a:solidFill>
                  <a:srgbClr val="FBBF24"/>
                </a:solidFill>
              </a:defRPr>
            </a:lvl1pPr>
            <a:lvl2pPr algn="ctr">
              <a:defRPr sz="1050" b="1" i="0">
                <a:solidFill>
                  <a:srgbClr val="FBBF24"/>
                </a:solidFill>
              </a:defRPr>
            </a:lvl2pPr>
            <a:lvl3pPr algn="ctr">
              <a:defRPr sz="1050" b="1" i="0">
                <a:solidFill>
                  <a:srgbClr val="FBBF24"/>
                </a:solidFill>
              </a:defRPr>
            </a:lvl3pPr>
            <a:lvl4pPr algn="ctr">
              <a:defRPr sz="1050" b="1" i="0">
                <a:solidFill>
                  <a:srgbClr val="FBBF24"/>
                </a:solidFill>
              </a:defRPr>
            </a:lvl4pPr>
            <a:lvl5pPr algn="ctr">
              <a:defRPr sz="1050" b="1" i="0">
                <a:solidFill>
                  <a:srgbClr val="FBBF24"/>
                </a:solidFill>
              </a:defRPr>
            </a:lvl5pPr>
            <a:lvl6pPr algn="ctr">
              <a:defRPr sz="1050" b="1" i="0">
                <a:solidFill>
                  <a:srgbClr val="FBBF24"/>
                </a:solidFill>
              </a:defRPr>
            </a:lvl6pPr>
            <a:lvl7pPr algn="ctr">
              <a:defRPr sz="1050" b="1" i="0">
                <a:solidFill>
                  <a:srgbClr val="FBBF24"/>
                </a:solidFill>
              </a:defRPr>
            </a:lvl7pPr>
            <a:lvl8pPr algn="ctr">
              <a:defRPr sz="1050" b="1" i="0">
                <a:solidFill>
                  <a:srgbClr val="FBBF24"/>
                </a:solidFill>
              </a:defRPr>
            </a:lvl8pPr>
            <a:lvl9pPr algn="ctr">
              <a:defRPr sz="1050" b="1" i="0">
                <a:solidFill>
                  <a:srgbClr val="FBBF24"/>
                </a:solidFill>
              </a:defRPr>
            </a:lvl9pPr>
          </a:lstStyle>
          <a:p xmlns:a="http://schemas.openxmlformats.org/drawingml/2006/main">
            <a:pPr algn="ctr">
              <a:defRPr sz="1050" b="1" i="0">
                <a:solidFill>
                  <a:srgbClr val="FBBF24"/>
                </a:solidFill>
              </a:defRPr>
            </a:pPr>
            <a:r>
              <a:rPr sz="1050" b="1" i="0">
                <a:solidFill>
                  <a:srgbClr val="FBBF24"/>
                </a:solidFill>
              </a:rPr>
              <a:t>Insufficient</a:t>
            </a:r>
          </a:p>
        </p:txBody>
      </p:sp>
      <p:sp>
        <p:nvSpPr>
          <p:cNvPr id="20" name="">
            <a:extLst xmlns:a="http://schemas.openxmlformats.org/drawingml/2006/main">
              <a:ext uri="{FF2B5EF4-FFF2-40B4-BE49-F238E27FC236}">
                <a16:creationId xmlns:a16="http://schemas.microsoft.com/office/drawing/2014/main" id="{357D2953-248B-42CE-B872-B6246F4681FB}"/>
              </a:ext>
            </a:extLst>
          </p:cNvPr>
          <p:cNvSpPr>
            <a:spLocks xmlns:a="http://schemas.openxmlformats.org/drawingml/2006/main" noGrp="1"/>
          </p:cNvSpPr>
          <p:nvPr/>
        </p:nvSpPr>
        <p:spPr>
          <a:xfrm xmlns:a="http://schemas.openxmlformats.org/drawingml/2006/main">
            <a:off x="704850" y="3571875"/>
            <a:ext cx="3333750" cy="1619250"/>
          </a:xfrm>
          <a:prstGeom xmlns:a="http://schemas.openxmlformats.org/drawingml/2006/main" prst="roundRect">
            <a:avLst>
              <a:gd name="adj" fmla="val 9412"/>
            </a:avLst>
          </a:prstGeom>
          <a:solidFill xmlns:a="http://schemas.openxmlformats.org/drawingml/2006/main">
            <a:srgbClr val="0F1C2E"/>
          </a:solidFill>
          <a:ln xmlns:a="http://schemas.openxmlformats.org/drawingml/2006/main" w="9525">
            <a:solidFill>
              <a:srgbClr val="26364D"/>
            </a:solidFill>
            <a:prstDash val="solid"/>
          </a:ln>
        </p:spPr>
      </p:sp>
      <p:sp>
        <p:nvSpPr>
          <p:cNvPr id="21" name="">
            <a:extLst xmlns:a="http://schemas.openxmlformats.org/drawingml/2006/main">
              <a:ext uri="{FF2B5EF4-FFF2-40B4-BE49-F238E27FC236}">
                <a16:creationId xmlns:a16="http://schemas.microsoft.com/office/drawing/2014/main" id="{1BCEC6A9-5461-482C-A31E-9F10170D2758}"/>
              </a:ext>
            </a:extLst>
          </p:cNvPr>
          <p:cNvSpPr>
            <a:spLocks xmlns:a="http://schemas.openxmlformats.org/drawingml/2006/main" noGrp="1"/>
          </p:cNvSpPr>
          <p:nvPr/>
        </p:nvSpPr>
        <p:spPr>
          <a:xfrm xmlns:a="http://schemas.openxmlformats.org/drawingml/2006/main">
            <a:off x="933450" y="38004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2DD4BF"/>
                </a:solidFill>
              </a:defRPr>
            </a:defPPr>
            <a:lvl1pPr algn="l">
              <a:defRPr sz="1050" b="1" i="0">
                <a:solidFill>
                  <a:srgbClr val="2DD4BF"/>
                </a:solidFill>
              </a:defRPr>
            </a:lvl1pPr>
            <a:lvl2pPr algn="l">
              <a:defRPr sz="1050" b="1" i="0">
                <a:solidFill>
                  <a:srgbClr val="2DD4BF"/>
                </a:solidFill>
              </a:defRPr>
            </a:lvl2pPr>
            <a:lvl3pPr algn="l">
              <a:defRPr sz="1050" b="1" i="0">
                <a:solidFill>
                  <a:srgbClr val="2DD4BF"/>
                </a:solidFill>
              </a:defRPr>
            </a:lvl3pPr>
            <a:lvl4pPr algn="l">
              <a:defRPr sz="1050" b="1" i="0">
                <a:solidFill>
                  <a:srgbClr val="2DD4BF"/>
                </a:solidFill>
              </a:defRPr>
            </a:lvl4pPr>
            <a:lvl5pPr algn="l">
              <a:defRPr sz="1050" b="1" i="0">
                <a:solidFill>
                  <a:srgbClr val="2DD4BF"/>
                </a:solidFill>
              </a:defRPr>
            </a:lvl5pPr>
            <a:lvl6pPr algn="l">
              <a:defRPr sz="1050" b="1" i="0">
                <a:solidFill>
                  <a:srgbClr val="2DD4BF"/>
                </a:solidFill>
              </a:defRPr>
            </a:lvl6pPr>
            <a:lvl7pPr algn="l">
              <a:defRPr sz="1050" b="1" i="0">
                <a:solidFill>
                  <a:srgbClr val="2DD4BF"/>
                </a:solidFill>
              </a:defRPr>
            </a:lvl7pPr>
            <a:lvl8pPr algn="l">
              <a:defRPr sz="1050" b="1" i="0">
                <a:solidFill>
                  <a:srgbClr val="2DD4BF"/>
                </a:solidFill>
              </a:defRPr>
            </a:lvl8pPr>
            <a:lvl9pPr algn="l">
              <a:defRPr sz="1050" b="1" i="0">
                <a:solidFill>
                  <a:srgbClr val="2DD4BF"/>
                </a:solidFill>
              </a:defRPr>
            </a:lvl9pPr>
          </a:lstStyle>
          <a:p xmlns:a="http://schemas.openxmlformats.org/drawingml/2006/main">
            <a:pPr algn="l">
              <a:defRPr sz="1050" b="1" i="0">
                <a:solidFill>
                  <a:srgbClr val="2DD4BF"/>
                </a:solidFill>
              </a:defRPr>
            </a:pPr>
            <a:r>
              <a:rPr sz="1050" b="1" i="0">
                <a:solidFill>
                  <a:srgbClr val="2DD4BF"/>
                </a:solidFill>
              </a:rPr>
              <a:t>04</a:t>
            </a:r>
          </a:p>
        </p:txBody>
      </p:sp>
      <p:sp>
        <p:nvSpPr>
          <p:cNvPr id="22" name="">
            <a:extLst xmlns:a="http://schemas.openxmlformats.org/drawingml/2006/main">
              <a:ext uri="{FF2B5EF4-FFF2-40B4-BE49-F238E27FC236}">
                <a16:creationId xmlns:a16="http://schemas.microsoft.com/office/drawing/2014/main" id="{E52148AE-40B1-4FE3-A621-286FA8E5F943}"/>
              </a:ext>
            </a:extLst>
          </p:cNvPr>
          <p:cNvSpPr>
            <a:spLocks xmlns:a="http://schemas.openxmlformats.org/drawingml/2006/main" noGrp="1"/>
          </p:cNvSpPr>
          <p:nvPr/>
        </p:nvSpPr>
        <p:spPr>
          <a:xfrm xmlns:a="http://schemas.openxmlformats.org/drawingml/2006/main">
            <a:off x="933450" y="42005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Disclosed URL risk</a:t>
            </a:r>
          </a:p>
        </p:txBody>
      </p:sp>
      <p:sp>
        <p:nvSpPr>
          <p:cNvPr id="23" name="">
            <a:extLst xmlns:a="http://schemas.openxmlformats.org/drawingml/2006/main">
              <a:ext uri="{FF2B5EF4-FFF2-40B4-BE49-F238E27FC236}">
                <a16:creationId xmlns:a16="http://schemas.microsoft.com/office/drawing/2014/main" id="{C71D5DD6-B4AF-47D4-9172-B45C62B15A81}"/>
              </a:ext>
            </a:extLst>
          </p:cNvPr>
          <p:cNvSpPr>
            <a:spLocks xmlns:a="http://schemas.openxmlformats.org/drawingml/2006/main" noGrp="1"/>
          </p:cNvSpPr>
          <p:nvPr/>
        </p:nvSpPr>
        <p:spPr>
          <a:xfrm xmlns:a="http://schemas.openxmlformats.org/drawingml/2006/main">
            <a:off x="933450" y="4667250"/>
            <a:ext cx="18097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24" name="">
            <a:extLst xmlns:a="http://schemas.openxmlformats.org/drawingml/2006/main">
              <a:ext uri="{FF2B5EF4-FFF2-40B4-BE49-F238E27FC236}">
                <a16:creationId xmlns:a16="http://schemas.microsoft.com/office/drawing/2014/main" id="{D7A8482D-20C4-48E0-AEB8-D3BC0C6590B9}"/>
              </a:ext>
            </a:extLst>
          </p:cNvPr>
          <p:cNvSpPr>
            <a:spLocks xmlns:a="http://schemas.openxmlformats.org/drawingml/2006/main" noGrp="1"/>
          </p:cNvSpPr>
          <p:nvPr/>
        </p:nvSpPr>
        <p:spPr>
          <a:xfrm xmlns:a="http://schemas.openxmlformats.org/drawingml/2006/main">
            <a:off x="1028700" y="46958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No gap + risk</a:t>
            </a:r>
          </a:p>
        </p:txBody>
      </p:sp>
      <p:sp>
        <p:nvSpPr>
          <p:cNvPr id="25" name="">
            <a:extLst xmlns:a="http://schemas.openxmlformats.org/drawingml/2006/main">
              <a:ext uri="{FF2B5EF4-FFF2-40B4-BE49-F238E27FC236}">
                <a16:creationId xmlns:a16="http://schemas.microsoft.com/office/drawing/2014/main" id="{27C39142-18CD-405A-AFA8-635A2FDEC29E}"/>
              </a:ext>
            </a:extLst>
          </p:cNvPr>
          <p:cNvSpPr>
            <a:spLocks xmlns:a="http://schemas.openxmlformats.org/drawingml/2006/main" noGrp="1"/>
          </p:cNvSpPr>
          <p:nvPr/>
        </p:nvSpPr>
        <p:spPr>
          <a:xfrm xmlns:a="http://schemas.openxmlformats.org/drawingml/2006/main">
            <a:off x="4343400" y="3571875"/>
            <a:ext cx="3333750" cy="1619250"/>
          </a:xfrm>
          <a:prstGeom xmlns:a="http://schemas.openxmlformats.org/drawingml/2006/main" prst="roundRect">
            <a:avLst>
              <a:gd name="adj" fmla="val 9412"/>
            </a:avLst>
          </a:prstGeom>
          <a:solidFill xmlns:a="http://schemas.openxmlformats.org/drawingml/2006/main">
            <a:srgbClr val="0F1C2E"/>
          </a:solidFill>
          <a:ln xmlns:a="http://schemas.openxmlformats.org/drawingml/2006/main" w="9525">
            <a:solidFill>
              <a:srgbClr val="26364D"/>
            </a:solidFill>
            <a:prstDash val="solid"/>
          </a:ln>
        </p:spPr>
      </p:sp>
      <p:sp>
        <p:nvSpPr>
          <p:cNvPr id="26" name="">
            <a:extLst xmlns:a="http://schemas.openxmlformats.org/drawingml/2006/main">
              <a:ext uri="{FF2B5EF4-FFF2-40B4-BE49-F238E27FC236}">
                <a16:creationId xmlns:a16="http://schemas.microsoft.com/office/drawing/2014/main" id="{CAC9A2AB-FB1F-4442-8CB8-84306AE66963}"/>
              </a:ext>
            </a:extLst>
          </p:cNvPr>
          <p:cNvSpPr>
            <a:spLocks xmlns:a="http://schemas.openxmlformats.org/drawingml/2006/main" noGrp="1"/>
          </p:cNvSpPr>
          <p:nvPr/>
        </p:nvSpPr>
        <p:spPr>
          <a:xfrm xmlns:a="http://schemas.openxmlformats.org/drawingml/2006/main">
            <a:off x="4572000" y="38004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60A5FA"/>
                </a:solidFill>
              </a:defRPr>
            </a:defPPr>
            <a:lvl1pPr algn="l">
              <a:defRPr sz="1050" b="1" i="0">
                <a:solidFill>
                  <a:srgbClr val="60A5FA"/>
                </a:solidFill>
              </a:defRPr>
            </a:lvl1pPr>
            <a:lvl2pPr algn="l">
              <a:defRPr sz="1050" b="1" i="0">
                <a:solidFill>
                  <a:srgbClr val="60A5FA"/>
                </a:solidFill>
              </a:defRPr>
            </a:lvl2pPr>
            <a:lvl3pPr algn="l">
              <a:defRPr sz="1050" b="1" i="0">
                <a:solidFill>
                  <a:srgbClr val="60A5FA"/>
                </a:solidFill>
              </a:defRPr>
            </a:lvl3pPr>
            <a:lvl4pPr algn="l">
              <a:defRPr sz="1050" b="1" i="0">
                <a:solidFill>
                  <a:srgbClr val="60A5FA"/>
                </a:solidFill>
              </a:defRPr>
            </a:lvl4pPr>
            <a:lvl5pPr algn="l">
              <a:defRPr sz="1050" b="1" i="0">
                <a:solidFill>
                  <a:srgbClr val="60A5FA"/>
                </a:solidFill>
              </a:defRPr>
            </a:lvl5pPr>
            <a:lvl6pPr algn="l">
              <a:defRPr sz="1050" b="1" i="0">
                <a:solidFill>
                  <a:srgbClr val="60A5FA"/>
                </a:solidFill>
              </a:defRPr>
            </a:lvl6pPr>
            <a:lvl7pPr algn="l">
              <a:defRPr sz="1050" b="1" i="0">
                <a:solidFill>
                  <a:srgbClr val="60A5FA"/>
                </a:solidFill>
              </a:defRPr>
            </a:lvl7pPr>
            <a:lvl8pPr algn="l">
              <a:defRPr sz="1050" b="1" i="0">
                <a:solidFill>
                  <a:srgbClr val="60A5FA"/>
                </a:solidFill>
              </a:defRPr>
            </a:lvl8pPr>
            <a:lvl9pPr algn="l">
              <a:defRPr sz="1050" b="1" i="0">
                <a:solidFill>
                  <a:srgbClr val="60A5FA"/>
                </a:solidFill>
              </a:defRPr>
            </a:lvl9pPr>
          </a:lstStyle>
          <a:p xmlns:a="http://schemas.openxmlformats.org/drawingml/2006/main">
            <a:pPr algn="l">
              <a:defRPr sz="1050" b="1" i="0">
                <a:solidFill>
                  <a:srgbClr val="60A5FA"/>
                </a:solidFill>
              </a:defRPr>
            </a:pPr>
            <a:r>
              <a:rPr sz="1050" b="1" i="0">
                <a:solidFill>
                  <a:srgbClr val="60A5FA"/>
                </a:solidFill>
              </a:rPr>
              <a:t>05</a:t>
            </a:r>
          </a:p>
        </p:txBody>
      </p:sp>
      <p:sp>
        <p:nvSpPr>
          <p:cNvPr id="27" name="">
            <a:extLst xmlns:a="http://schemas.openxmlformats.org/drawingml/2006/main">
              <a:ext uri="{FF2B5EF4-FFF2-40B4-BE49-F238E27FC236}">
                <a16:creationId xmlns:a16="http://schemas.microsoft.com/office/drawing/2014/main" id="{273F070B-EF94-431B-A361-D91D65DD5044}"/>
              </a:ext>
            </a:extLst>
          </p:cNvPr>
          <p:cNvSpPr>
            <a:spLocks xmlns:a="http://schemas.openxmlformats.org/drawingml/2006/main" noGrp="1"/>
          </p:cNvSpPr>
          <p:nvPr/>
        </p:nvSpPr>
        <p:spPr>
          <a:xfrm xmlns:a="http://schemas.openxmlformats.org/drawingml/2006/main">
            <a:off x="4572000" y="42005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Auth token only</a:t>
            </a:r>
          </a:p>
        </p:txBody>
      </p:sp>
      <p:sp>
        <p:nvSpPr>
          <p:cNvPr id="28" name="">
            <a:extLst xmlns:a="http://schemas.openxmlformats.org/drawingml/2006/main">
              <a:ext uri="{FF2B5EF4-FFF2-40B4-BE49-F238E27FC236}">
                <a16:creationId xmlns:a16="http://schemas.microsoft.com/office/drawing/2014/main" id="{AB0005CE-5563-4301-A0D7-A6DBB82312DF}"/>
              </a:ext>
            </a:extLst>
          </p:cNvPr>
          <p:cNvSpPr>
            <a:spLocks xmlns:a="http://schemas.openxmlformats.org/drawingml/2006/main" noGrp="1"/>
          </p:cNvSpPr>
          <p:nvPr/>
        </p:nvSpPr>
        <p:spPr>
          <a:xfrm xmlns:a="http://schemas.openxmlformats.org/drawingml/2006/main">
            <a:off x="4572000" y="4667250"/>
            <a:ext cx="18097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60A5FA"/>
            </a:solidFill>
            <a:prstDash val="solid"/>
          </a:ln>
        </p:spPr>
      </p:sp>
      <p:sp>
        <p:nvSpPr>
          <p:cNvPr id="29" name="">
            <a:extLst xmlns:a="http://schemas.openxmlformats.org/drawingml/2006/main">
              <a:ext uri="{FF2B5EF4-FFF2-40B4-BE49-F238E27FC236}">
                <a16:creationId xmlns:a16="http://schemas.microsoft.com/office/drawing/2014/main" id="{693D9E84-D3AC-4719-86DF-934A330CD253}"/>
              </a:ext>
            </a:extLst>
          </p:cNvPr>
          <p:cNvSpPr>
            <a:spLocks xmlns:a="http://schemas.openxmlformats.org/drawingml/2006/main" noGrp="1"/>
          </p:cNvSpPr>
          <p:nvPr/>
        </p:nvSpPr>
        <p:spPr>
          <a:xfrm xmlns:a="http://schemas.openxmlformats.org/drawingml/2006/main">
            <a:off x="4667250" y="46958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60A5FA"/>
                </a:solidFill>
              </a:defRPr>
            </a:defPPr>
            <a:lvl1pPr algn="ctr">
              <a:defRPr sz="1050" b="1" i="0">
                <a:solidFill>
                  <a:srgbClr val="60A5FA"/>
                </a:solidFill>
              </a:defRPr>
            </a:lvl1pPr>
            <a:lvl2pPr algn="ctr">
              <a:defRPr sz="1050" b="1" i="0">
                <a:solidFill>
                  <a:srgbClr val="60A5FA"/>
                </a:solidFill>
              </a:defRPr>
            </a:lvl2pPr>
            <a:lvl3pPr algn="ctr">
              <a:defRPr sz="1050" b="1" i="0">
                <a:solidFill>
                  <a:srgbClr val="60A5FA"/>
                </a:solidFill>
              </a:defRPr>
            </a:lvl3pPr>
            <a:lvl4pPr algn="ctr">
              <a:defRPr sz="1050" b="1" i="0">
                <a:solidFill>
                  <a:srgbClr val="60A5FA"/>
                </a:solidFill>
              </a:defRPr>
            </a:lvl4pPr>
            <a:lvl5pPr algn="ctr">
              <a:defRPr sz="1050" b="1" i="0">
                <a:solidFill>
                  <a:srgbClr val="60A5FA"/>
                </a:solidFill>
              </a:defRPr>
            </a:lvl5pPr>
            <a:lvl6pPr algn="ctr">
              <a:defRPr sz="1050" b="1" i="0">
                <a:solidFill>
                  <a:srgbClr val="60A5FA"/>
                </a:solidFill>
              </a:defRPr>
            </a:lvl6pPr>
            <a:lvl7pPr algn="ctr">
              <a:defRPr sz="1050" b="1" i="0">
                <a:solidFill>
                  <a:srgbClr val="60A5FA"/>
                </a:solidFill>
              </a:defRPr>
            </a:lvl7pPr>
            <a:lvl8pPr algn="ctr">
              <a:defRPr sz="1050" b="1" i="0">
                <a:solidFill>
                  <a:srgbClr val="60A5FA"/>
                </a:solidFill>
              </a:defRPr>
            </a:lvl8pPr>
            <a:lvl9pPr algn="ctr">
              <a:defRPr sz="1050" b="1" i="0">
                <a:solidFill>
                  <a:srgbClr val="60A5FA"/>
                </a:solidFill>
              </a:defRPr>
            </a:lvl9pPr>
          </a:lstStyle>
          <a:p xmlns:a="http://schemas.openxmlformats.org/drawingml/2006/main">
            <a:pPr algn="ctr">
              <a:defRPr sz="1050" b="1" i="0">
                <a:solidFill>
                  <a:srgbClr val="60A5FA"/>
                </a:solidFill>
              </a:defRPr>
            </a:pPr>
            <a:r>
              <a:rPr sz="1050" b="1" i="0">
                <a:solidFill>
                  <a:srgbClr val="60A5FA"/>
                </a:solidFill>
              </a:rPr>
              <a:t>Technical</a:t>
            </a:r>
          </a:p>
        </p:txBody>
      </p:sp>
      <p:sp>
        <p:nvSpPr>
          <p:cNvPr id="30" name="">
            <a:extLst xmlns:a="http://schemas.openxmlformats.org/drawingml/2006/main">
              <a:ext uri="{FF2B5EF4-FFF2-40B4-BE49-F238E27FC236}">
                <a16:creationId xmlns:a16="http://schemas.microsoft.com/office/drawing/2014/main" id="{ACAF267C-F630-4FD6-85E7-15C7829DCE2A}"/>
              </a:ext>
            </a:extLst>
          </p:cNvPr>
          <p:cNvSpPr>
            <a:spLocks xmlns:a="http://schemas.openxmlformats.org/drawingml/2006/main" noGrp="1"/>
          </p:cNvSpPr>
          <p:nvPr/>
        </p:nvSpPr>
        <p:spPr>
          <a:xfrm xmlns:a="http://schemas.openxmlformats.org/drawingml/2006/main">
            <a:off x="7981950" y="3571875"/>
            <a:ext cx="3333750" cy="1619250"/>
          </a:xfrm>
          <a:prstGeom xmlns:a="http://schemas.openxmlformats.org/drawingml/2006/main" prst="roundRect">
            <a:avLst>
              <a:gd name="adj" fmla="val 9412"/>
            </a:avLst>
          </a:prstGeom>
          <a:solidFill xmlns:a="http://schemas.openxmlformats.org/drawingml/2006/main">
            <a:srgbClr val="0F1C2E"/>
          </a:solidFill>
          <a:ln xmlns:a="http://schemas.openxmlformats.org/drawingml/2006/main" w="9525">
            <a:solidFill>
              <a:srgbClr val="26364D"/>
            </a:solidFill>
            <a:prstDash val="solid"/>
          </a:ln>
        </p:spPr>
      </p:sp>
      <p:sp>
        <p:nvSpPr>
          <p:cNvPr id="31" name="">
            <a:extLst xmlns:a="http://schemas.openxmlformats.org/drawingml/2006/main">
              <a:ext uri="{FF2B5EF4-FFF2-40B4-BE49-F238E27FC236}">
                <a16:creationId xmlns:a16="http://schemas.microsoft.com/office/drawing/2014/main" id="{BF09E703-3651-4839-9F10-26D704022189}"/>
              </a:ext>
            </a:extLst>
          </p:cNvPr>
          <p:cNvSpPr>
            <a:spLocks xmlns:a="http://schemas.openxmlformats.org/drawingml/2006/main" noGrp="1"/>
          </p:cNvSpPr>
          <p:nvPr/>
        </p:nvSpPr>
        <p:spPr>
          <a:xfrm xmlns:a="http://schemas.openxmlformats.org/drawingml/2006/main">
            <a:off x="8210550" y="38004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FBBF24"/>
                </a:solidFill>
              </a:defRPr>
            </a:defPPr>
            <a:lvl1pPr algn="l">
              <a:defRPr sz="1050" b="1" i="0">
                <a:solidFill>
                  <a:srgbClr val="FBBF24"/>
                </a:solidFill>
              </a:defRPr>
            </a:lvl1pPr>
            <a:lvl2pPr algn="l">
              <a:defRPr sz="1050" b="1" i="0">
                <a:solidFill>
                  <a:srgbClr val="FBBF24"/>
                </a:solidFill>
              </a:defRPr>
            </a:lvl2pPr>
            <a:lvl3pPr algn="l">
              <a:defRPr sz="1050" b="1" i="0">
                <a:solidFill>
                  <a:srgbClr val="FBBF24"/>
                </a:solidFill>
              </a:defRPr>
            </a:lvl3pPr>
            <a:lvl4pPr algn="l">
              <a:defRPr sz="1050" b="1" i="0">
                <a:solidFill>
                  <a:srgbClr val="FBBF24"/>
                </a:solidFill>
              </a:defRPr>
            </a:lvl4pPr>
            <a:lvl5pPr algn="l">
              <a:defRPr sz="1050" b="1" i="0">
                <a:solidFill>
                  <a:srgbClr val="FBBF24"/>
                </a:solidFill>
              </a:defRPr>
            </a:lvl5pPr>
            <a:lvl6pPr algn="l">
              <a:defRPr sz="1050" b="1" i="0">
                <a:solidFill>
                  <a:srgbClr val="FBBF24"/>
                </a:solidFill>
              </a:defRPr>
            </a:lvl6pPr>
            <a:lvl7pPr algn="l">
              <a:defRPr sz="1050" b="1" i="0">
                <a:solidFill>
                  <a:srgbClr val="FBBF24"/>
                </a:solidFill>
              </a:defRPr>
            </a:lvl7pPr>
            <a:lvl8pPr algn="l">
              <a:defRPr sz="1050" b="1" i="0">
                <a:solidFill>
                  <a:srgbClr val="FBBF24"/>
                </a:solidFill>
              </a:defRPr>
            </a:lvl8pPr>
            <a:lvl9pPr algn="l">
              <a:defRPr sz="1050" b="1" i="0">
                <a:solidFill>
                  <a:srgbClr val="FBBF24"/>
                </a:solidFill>
              </a:defRPr>
            </a:lvl9pPr>
          </a:lstStyle>
          <a:p xmlns:a="http://schemas.openxmlformats.org/drawingml/2006/main">
            <a:pPr algn="l">
              <a:defRPr sz="1050" b="1" i="0">
                <a:solidFill>
                  <a:srgbClr val="FBBF24"/>
                </a:solidFill>
              </a:defRPr>
            </a:pPr>
            <a:r>
              <a:rPr sz="1050" b="1" i="0">
                <a:solidFill>
                  <a:srgbClr val="FBBF24"/>
                </a:solidFill>
              </a:rPr>
              <a:t>06</a:t>
            </a:r>
          </a:p>
        </p:txBody>
      </p:sp>
      <p:sp>
        <p:nvSpPr>
          <p:cNvPr id="32" name="">
            <a:extLst xmlns:a="http://schemas.openxmlformats.org/drawingml/2006/main">
              <a:ext uri="{FF2B5EF4-FFF2-40B4-BE49-F238E27FC236}">
                <a16:creationId xmlns:a16="http://schemas.microsoft.com/office/drawing/2014/main" id="{F66BFFDC-5340-421F-B9C4-995F7551265C}"/>
              </a:ext>
            </a:extLst>
          </p:cNvPr>
          <p:cNvSpPr>
            <a:spLocks xmlns:a="http://schemas.openxmlformats.org/drawingml/2006/main" noGrp="1"/>
          </p:cNvSpPr>
          <p:nvPr/>
        </p:nvSpPr>
        <p:spPr>
          <a:xfrm xmlns:a="http://schemas.openxmlformats.org/drawingml/2006/main">
            <a:off x="8210550" y="42005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Empty capture</a:t>
            </a:r>
          </a:p>
        </p:txBody>
      </p:sp>
      <p:sp>
        <p:nvSpPr>
          <p:cNvPr id="33" name="">
            <a:extLst xmlns:a="http://schemas.openxmlformats.org/drawingml/2006/main">
              <a:ext uri="{FF2B5EF4-FFF2-40B4-BE49-F238E27FC236}">
                <a16:creationId xmlns:a16="http://schemas.microsoft.com/office/drawing/2014/main" id="{4C84D04C-AF02-406E-B212-D34464C8B0E4}"/>
              </a:ext>
            </a:extLst>
          </p:cNvPr>
          <p:cNvSpPr>
            <a:spLocks xmlns:a="http://schemas.openxmlformats.org/drawingml/2006/main" noGrp="1"/>
          </p:cNvSpPr>
          <p:nvPr/>
        </p:nvSpPr>
        <p:spPr>
          <a:xfrm xmlns:a="http://schemas.openxmlformats.org/drawingml/2006/main">
            <a:off x="8210550" y="4667250"/>
            <a:ext cx="180975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BF24"/>
            </a:solidFill>
            <a:prstDash val="solid"/>
          </a:ln>
        </p:spPr>
      </p:sp>
      <p:sp>
        <p:nvSpPr>
          <p:cNvPr id="34" name="">
            <a:extLst xmlns:a="http://schemas.openxmlformats.org/drawingml/2006/main">
              <a:ext uri="{FF2B5EF4-FFF2-40B4-BE49-F238E27FC236}">
                <a16:creationId xmlns:a16="http://schemas.microsoft.com/office/drawing/2014/main" id="{B7B9DA8C-A98F-4D87-B699-AE8605D17A11}"/>
              </a:ext>
            </a:extLst>
          </p:cNvPr>
          <p:cNvSpPr>
            <a:spLocks xmlns:a="http://schemas.openxmlformats.org/drawingml/2006/main" noGrp="1"/>
          </p:cNvSpPr>
          <p:nvPr/>
        </p:nvSpPr>
        <p:spPr>
          <a:xfrm xmlns:a="http://schemas.openxmlformats.org/drawingml/2006/main">
            <a:off x="8305800" y="46958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BF24"/>
                </a:solidFill>
              </a:defRPr>
            </a:defPPr>
            <a:lvl1pPr algn="ctr">
              <a:defRPr sz="1050" b="1" i="0">
                <a:solidFill>
                  <a:srgbClr val="FBBF24"/>
                </a:solidFill>
              </a:defRPr>
            </a:lvl1pPr>
            <a:lvl2pPr algn="ctr">
              <a:defRPr sz="1050" b="1" i="0">
                <a:solidFill>
                  <a:srgbClr val="FBBF24"/>
                </a:solidFill>
              </a:defRPr>
            </a:lvl2pPr>
            <a:lvl3pPr algn="ctr">
              <a:defRPr sz="1050" b="1" i="0">
                <a:solidFill>
                  <a:srgbClr val="FBBF24"/>
                </a:solidFill>
              </a:defRPr>
            </a:lvl3pPr>
            <a:lvl4pPr algn="ctr">
              <a:defRPr sz="1050" b="1" i="0">
                <a:solidFill>
                  <a:srgbClr val="FBBF24"/>
                </a:solidFill>
              </a:defRPr>
            </a:lvl4pPr>
            <a:lvl5pPr algn="ctr">
              <a:defRPr sz="1050" b="1" i="0">
                <a:solidFill>
                  <a:srgbClr val="FBBF24"/>
                </a:solidFill>
              </a:defRPr>
            </a:lvl5pPr>
            <a:lvl6pPr algn="ctr">
              <a:defRPr sz="1050" b="1" i="0">
                <a:solidFill>
                  <a:srgbClr val="FBBF24"/>
                </a:solidFill>
              </a:defRPr>
            </a:lvl6pPr>
            <a:lvl7pPr algn="ctr">
              <a:defRPr sz="1050" b="1" i="0">
                <a:solidFill>
                  <a:srgbClr val="FBBF24"/>
                </a:solidFill>
              </a:defRPr>
            </a:lvl7pPr>
            <a:lvl8pPr algn="ctr">
              <a:defRPr sz="1050" b="1" i="0">
                <a:solidFill>
                  <a:srgbClr val="FBBF24"/>
                </a:solidFill>
              </a:defRPr>
            </a:lvl8pPr>
            <a:lvl9pPr algn="ctr">
              <a:defRPr sz="1050" b="1" i="0">
                <a:solidFill>
                  <a:srgbClr val="FBBF24"/>
                </a:solidFill>
              </a:defRPr>
            </a:lvl9pPr>
          </a:lstStyle>
          <a:p xmlns:a="http://schemas.openxmlformats.org/drawingml/2006/main">
            <a:pPr algn="ctr">
              <a:defRPr sz="1050" b="1" i="0">
                <a:solidFill>
                  <a:srgbClr val="FBBF24"/>
                </a:solidFill>
              </a:defRPr>
            </a:pPr>
            <a:r>
              <a:rPr sz="1050" b="1" i="0">
                <a:solidFill>
                  <a:srgbClr val="FBBF24"/>
                </a:solidFill>
              </a:rPr>
              <a:t>Insufficient</a:t>
            </a:r>
          </a:p>
        </p:txBody>
      </p:sp>
      <p:sp>
        <p:nvSpPr>
          <p:cNvPr id="35" name="">
            <a:extLst xmlns:a="http://schemas.openxmlformats.org/drawingml/2006/main">
              <a:ext uri="{FF2B5EF4-FFF2-40B4-BE49-F238E27FC236}">
                <a16:creationId xmlns:a16="http://schemas.microsoft.com/office/drawing/2014/main" id="{99F442F5-0B18-47C2-85D6-3D5BDECEEDE7}"/>
              </a:ext>
            </a:extLst>
          </p:cNvPr>
          <p:cNvSpPr>
            <a:spLocks xmlns:a="http://schemas.openxmlformats.org/drawingml/2006/main" noGrp="1"/>
          </p:cNvSpPr>
          <p:nvPr/>
        </p:nvSpPr>
        <p:spPr>
          <a:xfrm xmlns:a="http://schemas.openxmlformats.org/drawingml/2006/main">
            <a:off x="1714500" y="571500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i="0">
                <a:solidFill>
                  <a:srgbClr val="9AAAC0"/>
                </a:solidFill>
              </a:defRPr>
            </a:defPPr>
            <a:lvl1pPr algn="ctr">
              <a:defRPr sz="1575" b="0" i="0">
                <a:solidFill>
                  <a:srgbClr val="9AAAC0"/>
                </a:solidFill>
              </a:defRPr>
            </a:lvl1pPr>
            <a:lvl2pPr algn="ctr">
              <a:defRPr sz="1575" b="0" i="0">
                <a:solidFill>
                  <a:srgbClr val="9AAAC0"/>
                </a:solidFill>
              </a:defRPr>
            </a:lvl2pPr>
            <a:lvl3pPr algn="ctr">
              <a:defRPr sz="1575" b="0" i="0">
                <a:solidFill>
                  <a:srgbClr val="9AAAC0"/>
                </a:solidFill>
              </a:defRPr>
            </a:lvl3pPr>
            <a:lvl4pPr algn="ctr">
              <a:defRPr sz="1575" b="0" i="0">
                <a:solidFill>
                  <a:srgbClr val="9AAAC0"/>
                </a:solidFill>
              </a:defRPr>
            </a:lvl4pPr>
            <a:lvl5pPr algn="ctr">
              <a:defRPr sz="1575" b="0" i="0">
                <a:solidFill>
                  <a:srgbClr val="9AAAC0"/>
                </a:solidFill>
              </a:defRPr>
            </a:lvl5pPr>
            <a:lvl6pPr algn="ctr">
              <a:defRPr sz="1575" b="0" i="0">
                <a:solidFill>
                  <a:srgbClr val="9AAAC0"/>
                </a:solidFill>
              </a:defRPr>
            </a:lvl6pPr>
            <a:lvl7pPr algn="ctr">
              <a:defRPr sz="1575" b="0" i="0">
                <a:solidFill>
                  <a:srgbClr val="9AAAC0"/>
                </a:solidFill>
              </a:defRPr>
            </a:lvl7pPr>
            <a:lvl8pPr algn="ctr">
              <a:defRPr sz="1575" b="0" i="0">
                <a:solidFill>
                  <a:srgbClr val="9AAAC0"/>
                </a:solidFill>
              </a:defRPr>
            </a:lvl8pPr>
            <a:lvl9pPr algn="ctr">
              <a:defRPr sz="1575" b="0" i="0">
                <a:solidFill>
                  <a:srgbClr val="9AAAC0"/>
                </a:solidFill>
              </a:defRPr>
            </a:lvl9pPr>
          </a:lstStyle>
          <a:p xmlns:a="http://schemas.openxmlformats.org/drawingml/2006/main">
            <a:pPr algn="ctr">
              <a:defRPr sz="1575" b="0" i="0">
                <a:solidFill>
                  <a:srgbClr val="9AAAC0"/>
                </a:solidFill>
              </a:defRPr>
            </a:pPr>
            <a:r>
              <a:rPr sz="1575" b="0" i="0">
                <a:solidFill>
                  <a:srgbClr val="9AAAC0"/>
                </a:solidFill>
              </a:rPr>
              <a:t>The test suite verifies that disclosure, risk and uncertainty are not mixed together.</a:t>
            </a:r>
          </a:p>
        </p:txBody>
      </p:sp>
      <p:sp>
        <p:nvSpPr>
          <p:cNvPr id="36" name="">
            <a:extLst xmlns:a="http://schemas.openxmlformats.org/drawingml/2006/main">
              <a:ext uri="{FF2B5EF4-FFF2-40B4-BE49-F238E27FC236}">
                <a16:creationId xmlns:a16="http://schemas.microsoft.com/office/drawing/2014/main" id="{19E9FB7E-D41D-4973-9177-F4480C911C20}"/>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37" name="">
            <a:extLst xmlns:a="http://schemas.openxmlformats.org/drawingml/2006/main">
              <a:ext uri="{FF2B5EF4-FFF2-40B4-BE49-F238E27FC236}">
                <a16:creationId xmlns:a16="http://schemas.microsoft.com/office/drawing/2014/main" id="{74B6BC90-2D20-4E74-A96C-FB14D72D7573}"/>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1277869162"/>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7B08813-BE8C-4A70-BF06-B69CE6816832}"/>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EXTERNAL EVALUATION</a:t>
            </a:r>
          </a:p>
        </p:txBody>
      </p:sp>
      <p:sp>
        <p:nvSpPr>
          <p:cNvPr id="2" name="">
            <a:extLst xmlns:a="http://schemas.openxmlformats.org/drawingml/2006/main">
              <a:ext uri="{FF2B5EF4-FFF2-40B4-BE49-F238E27FC236}">
                <a16:creationId xmlns:a16="http://schemas.microsoft.com/office/drawing/2014/main" id="{C77DB30E-98BC-4D4C-9436-C02AE66EBCE1}"/>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Public datasets were used as a secondary check</a:t>
            </a:r>
          </a:p>
        </p:txBody>
      </p:sp>
      <p:sp>
        <p:nvSpPr>
          <p:cNvPr id="3" name="">
            <a:extLst xmlns:a="http://schemas.openxmlformats.org/drawingml/2006/main">
              <a:ext uri="{FF2B5EF4-FFF2-40B4-BE49-F238E27FC236}">
                <a16:creationId xmlns:a16="http://schemas.microsoft.com/office/drawing/2014/main" id="{BF06636E-2579-451A-8FCF-9262C52C3EDC}"/>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08</a:t>
            </a:r>
          </a:p>
        </p:txBody>
      </p:sp>
      <p:sp>
        <p:nvSpPr>
          <p:cNvPr id="4" name="">
            <a:extLst xmlns:a="http://schemas.openxmlformats.org/drawingml/2006/main">
              <a:ext uri="{FF2B5EF4-FFF2-40B4-BE49-F238E27FC236}">
                <a16:creationId xmlns:a16="http://schemas.microsoft.com/office/drawing/2014/main" id="{76AE7E33-D681-4FDA-B01C-EBC29D6C9E63}"/>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24F5A368-21BD-451D-B92A-7F45FB6C72F3}"/>
              </a:ext>
            </a:extLst>
          </p:cNvPr>
          <p:cNvSpPr>
            <a:spLocks xmlns:a="http://schemas.openxmlformats.org/drawingml/2006/main" noGrp="1"/>
          </p:cNvSpPr>
          <p:nvPr/>
        </p:nvSpPr>
        <p:spPr>
          <a:xfrm xmlns:a="http://schemas.openxmlformats.org/drawingml/2006/main">
            <a:off x="666750" y="1666875"/>
            <a:ext cx="3333750" cy="3429000"/>
          </a:xfrm>
          <a:prstGeom xmlns:a="http://schemas.openxmlformats.org/drawingml/2006/main" prst="roundRect">
            <a:avLst>
              <a:gd name="adj" fmla="val 4571"/>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0DEC0700-F1A6-4500-8714-C180336B7874}"/>
              </a:ext>
            </a:extLst>
          </p:cNvPr>
          <p:cNvSpPr>
            <a:spLocks xmlns:a="http://schemas.openxmlformats.org/drawingml/2006/main" noGrp="1"/>
          </p:cNvSpPr>
          <p:nvPr/>
        </p:nvSpPr>
        <p:spPr>
          <a:xfrm xmlns:a="http://schemas.openxmlformats.org/drawingml/2006/main">
            <a:off x="933450" y="20193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i="0">
                <a:solidFill>
                  <a:srgbClr val="22D3EE"/>
                </a:solidFill>
              </a:defRPr>
            </a:defPPr>
            <a:lvl1pPr algn="l">
              <a:defRPr sz="2100" b="1" i="0">
                <a:solidFill>
                  <a:srgbClr val="22D3EE"/>
                </a:solidFill>
              </a:defRPr>
            </a:lvl1pPr>
            <a:lvl2pPr algn="l">
              <a:defRPr sz="2100" b="1" i="0">
                <a:solidFill>
                  <a:srgbClr val="22D3EE"/>
                </a:solidFill>
              </a:defRPr>
            </a:lvl2pPr>
            <a:lvl3pPr algn="l">
              <a:defRPr sz="2100" b="1" i="0">
                <a:solidFill>
                  <a:srgbClr val="22D3EE"/>
                </a:solidFill>
              </a:defRPr>
            </a:lvl3pPr>
            <a:lvl4pPr algn="l">
              <a:defRPr sz="2100" b="1" i="0">
                <a:solidFill>
                  <a:srgbClr val="22D3EE"/>
                </a:solidFill>
              </a:defRPr>
            </a:lvl4pPr>
            <a:lvl5pPr algn="l">
              <a:defRPr sz="2100" b="1" i="0">
                <a:solidFill>
                  <a:srgbClr val="22D3EE"/>
                </a:solidFill>
              </a:defRPr>
            </a:lvl5pPr>
            <a:lvl6pPr algn="l">
              <a:defRPr sz="2100" b="1" i="0">
                <a:solidFill>
                  <a:srgbClr val="22D3EE"/>
                </a:solidFill>
              </a:defRPr>
            </a:lvl6pPr>
            <a:lvl7pPr algn="l">
              <a:defRPr sz="2100" b="1" i="0">
                <a:solidFill>
                  <a:srgbClr val="22D3EE"/>
                </a:solidFill>
              </a:defRPr>
            </a:lvl7pPr>
            <a:lvl8pPr algn="l">
              <a:defRPr sz="2100" b="1" i="0">
                <a:solidFill>
                  <a:srgbClr val="22D3EE"/>
                </a:solidFill>
              </a:defRPr>
            </a:lvl8pPr>
            <a:lvl9pPr algn="l">
              <a:defRPr sz="2100" b="1" i="0">
                <a:solidFill>
                  <a:srgbClr val="22D3EE"/>
                </a:solidFill>
              </a:defRPr>
            </a:lvl9pPr>
          </a:lstStyle>
          <a:p xmlns:a="http://schemas.openxmlformats.org/drawingml/2006/main">
            <a:pPr algn="l">
              <a:defRPr sz="2100" b="1" i="0">
                <a:solidFill>
                  <a:srgbClr val="22D3EE"/>
                </a:solidFill>
              </a:defRPr>
            </a:pPr>
            <a:r>
              <a:rPr sz="2100" b="1" i="0">
                <a:solidFill>
                  <a:srgbClr val="22D3EE"/>
                </a:solidFill>
              </a:rPr>
              <a:t>AntShield</a:t>
            </a:r>
          </a:p>
        </p:txBody>
      </p:sp>
      <p:sp>
        <p:nvSpPr>
          <p:cNvPr id="7" name="">
            <a:extLst xmlns:a="http://schemas.openxmlformats.org/drawingml/2006/main">
              <a:ext uri="{FF2B5EF4-FFF2-40B4-BE49-F238E27FC236}">
                <a16:creationId xmlns:a16="http://schemas.microsoft.com/office/drawing/2014/main" id="{2FAB6BDA-84FE-4C18-B94A-621A93EA0462}"/>
              </a:ext>
            </a:extLst>
          </p:cNvPr>
          <p:cNvSpPr>
            <a:spLocks xmlns:a="http://schemas.openxmlformats.org/drawingml/2006/main" noGrp="1"/>
          </p:cNvSpPr>
          <p:nvPr/>
        </p:nvSpPr>
        <p:spPr>
          <a:xfrm xmlns:a="http://schemas.openxmlformats.org/drawingml/2006/main">
            <a:off x="933450" y="2619375"/>
            <a:ext cx="24288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27D030FE-934C-4E30-91DA-035334718B89}"/>
              </a:ext>
            </a:extLst>
          </p:cNvPr>
          <p:cNvSpPr>
            <a:spLocks xmlns:a="http://schemas.openxmlformats.org/drawingml/2006/main" noGrp="1"/>
          </p:cNvSpPr>
          <p:nvPr/>
        </p:nvSpPr>
        <p:spPr>
          <a:xfrm xmlns:a="http://schemas.openxmlformats.org/drawingml/2006/main">
            <a:off x="1028700" y="26479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2D3EE"/>
                </a:solidFill>
              </a:defRPr>
            </a:defPPr>
            <a:lvl1pPr algn="ctr">
              <a:defRPr sz="1050" b="1" i="0">
                <a:solidFill>
                  <a:srgbClr val="22D3EE"/>
                </a:solidFill>
              </a:defRPr>
            </a:lvl1pPr>
            <a:lvl2pPr algn="ctr">
              <a:defRPr sz="1050" b="1" i="0">
                <a:solidFill>
                  <a:srgbClr val="22D3EE"/>
                </a:solidFill>
              </a:defRPr>
            </a:lvl2pPr>
            <a:lvl3pPr algn="ctr">
              <a:defRPr sz="1050" b="1" i="0">
                <a:solidFill>
                  <a:srgbClr val="22D3EE"/>
                </a:solidFill>
              </a:defRPr>
            </a:lvl3pPr>
            <a:lvl4pPr algn="ctr">
              <a:defRPr sz="1050" b="1" i="0">
                <a:solidFill>
                  <a:srgbClr val="22D3EE"/>
                </a:solidFill>
              </a:defRPr>
            </a:lvl4pPr>
            <a:lvl5pPr algn="ctr">
              <a:defRPr sz="1050" b="1" i="0">
                <a:solidFill>
                  <a:srgbClr val="22D3EE"/>
                </a:solidFill>
              </a:defRPr>
            </a:lvl5pPr>
            <a:lvl6pPr algn="ctr">
              <a:defRPr sz="1050" b="1" i="0">
                <a:solidFill>
                  <a:srgbClr val="22D3EE"/>
                </a:solidFill>
              </a:defRPr>
            </a:lvl6pPr>
            <a:lvl7pPr algn="ctr">
              <a:defRPr sz="1050" b="1" i="0">
                <a:solidFill>
                  <a:srgbClr val="22D3EE"/>
                </a:solidFill>
              </a:defRPr>
            </a:lvl7pPr>
            <a:lvl8pPr algn="ctr">
              <a:defRPr sz="1050" b="1" i="0">
                <a:solidFill>
                  <a:srgbClr val="22D3EE"/>
                </a:solidFill>
              </a:defRPr>
            </a:lvl8pPr>
            <a:lvl9pPr algn="ctr">
              <a:defRPr sz="1050" b="1" i="0">
                <a:solidFill>
                  <a:srgbClr val="22D3EE"/>
                </a:solidFill>
              </a:defRPr>
            </a:lvl9pPr>
          </a:lstStyle>
          <a:p xmlns:a="http://schemas.openxmlformats.org/drawingml/2006/main">
            <a:pPr algn="ctr">
              <a:defRPr sz="1050" b="1" i="0">
                <a:solidFill>
                  <a:srgbClr val="22D3EE"/>
                </a:solidFill>
              </a:defRPr>
            </a:pPr>
            <a:r>
              <a:rPr sz="1050" b="1" i="0">
                <a:solidFill>
                  <a:srgbClr val="22D3EE"/>
                </a:solidFill>
              </a:rPr>
              <a:t>4 popular-app traces</a:t>
            </a:r>
          </a:p>
        </p:txBody>
      </p:sp>
      <p:sp>
        <p:nvSpPr>
          <p:cNvPr id="9" name="">
            <a:extLst xmlns:a="http://schemas.openxmlformats.org/drawingml/2006/main">
              <a:ext uri="{FF2B5EF4-FFF2-40B4-BE49-F238E27FC236}">
                <a16:creationId xmlns:a16="http://schemas.microsoft.com/office/drawing/2014/main" id="{A5C029D1-BA5D-4894-A656-0B87B05EA341}"/>
              </a:ext>
            </a:extLst>
          </p:cNvPr>
          <p:cNvSpPr>
            <a:spLocks xmlns:a="http://schemas.openxmlformats.org/drawingml/2006/main" noGrp="1"/>
          </p:cNvSpPr>
          <p:nvPr/>
        </p:nvSpPr>
        <p:spPr>
          <a:xfrm xmlns:a="http://schemas.openxmlformats.org/drawingml/2006/main">
            <a:off x="933450" y="3238500"/>
            <a:ext cx="2800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The framework consumed the available HTTP records and detected privacy evidence.</a:t>
            </a:r>
          </a:p>
        </p:txBody>
      </p:sp>
      <p:sp>
        <p:nvSpPr>
          <p:cNvPr id="10" name="">
            <a:extLst xmlns:a="http://schemas.openxmlformats.org/drawingml/2006/main">
              <a:ext uri="{FF2B5EF4-FFF2-40B4-BE49-F238E27FC236}">
                <a16:creationId xmlns:a16="http://schemas.microsoft.com/office/drawing/2014/main" id="{58193F57-6E75-4A23-814E-ACE8B0F6BF59}"/>
              </a:ext>
            </a:extLst>
          </p:cNvPr>
          <p:cNvSpPr>
            <a:spLocks xmlns:a="http://schemas.openxmlformats.org/drawingml/2006/main" noGrp="1"/>
          </p:cNvSpPr>
          <p:nvPr/>
        </p:nvSpPr>
        <p:spPr>
          <a:xfrm xmlns:a="http://schemas.openxmlformats.org/drawingml/2006/main">
            <a:off x="4305300" y="1666875"/>
            <a:ext cx="3333750" cy="3429000"/>
          </a:xfrm>
          <a:prstGeom xmlns:a="http://schemas.openxmlformats.org/drawingml/2006/main" prst="roundRect">
            <a:avLst>
              <a:gd name="adj" fmla="val 4571"/>
            </a:avLst>
          </a:prstGeom>
          <a:solidFill xmlns:a="http://schemas.openxmlformats.org/drawingml/2006/main">
            <a:srgbClr val="0F1C2E"/>
          </a:solidFill>
          <a:ln xmlns:a="http://schemas.openxmlformats.org/drawingml/2006/main" w="9525">
            <a:solidFill>
              <a:srgbClr val="26364D"/>
            </a:solidFill>
            <a:prstDash val="solid"/>
          </a:ln>
        </p:spPr>
      </p:sp>
      <p:sp>
        <p:nvSpPr>
          <p:cNvPr id="11" name="">
            <a:extLst xmlns:a="http://schemas.openxmlformats.org/drawingml/2006/main">
              <a:ext uri="{FF2B5EF4-FFF2-40B4-BE49-F238E27FC236}">
                <a16:creationId xmlns:a16="http://schemas.microsoft.com/office/drawing/2014/main" id="{C64DCE65-F734-4B91-B01B-64CA0C74443E}"/>
              </a:ext>
            </a:extLst>
          </p:cNvPr>
          <p:cNvSpPr>
            <a:spLocks xmlns:a="http://schemas.openxmlformats.org/drawingml/2006/main" noGrp="1"/>
          </p:cNvSpPr>
          <p:nvPr/>
        </p:nvSpPr>
        <p:spPr>
          <a:xfrm xmlns:a="http://schemas.openxmlformats.org/drawingml/2006/main">
            <a:off x="4572000" y="20193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i="0">
                <a:solidFill>
                  <a:srgbClr val="2DD4BF"/>
                </a:solidFill>
              </a:defRPr>
            </a:defPPr>
            <a:lvl1pPr algn="l">
              <a:defRPr sz="2100" b="1" i="0">
                <a:solidFill>
                  <a:srgbClr val="2DD4BF"/>
                </a:solidFill>
              </a:defRPr>
            </a:lvl1pPr>
            <a:lvl2pPr algn="l">
              <a:defRPr sz="2100" b="1" i="0">
                <a:solidFill>
                  <a:srgbClr val="2DD4BF"/>
                </a:solidFill>
              </a:defRPr>
            </a:lvl2pPr>
            <a:lvl3pPr algn="l">
              <a:defRPr sz="2100" b="1" i="0">
                <a:solidFill>
                  <a:srgbClr val="2DD4BF"/>
                </a:solidFill>
              </a:defRPr>
            </a:lvl3pPr>
            <a:lvl4pPr algn="l">
              <a:defRPr sz="2100" b="1" i="0">
                <a:solidFill>
                  <a:srgbClr val="2DD4BF"/>
                </a:solidFill>
              </a:defRPr>
            </a:lvl4pPr>
            <a:lvl5pPr algn="l">
              <a:defRPr sz="2100" b="1" i="0">
                <a:solidFill>
                  <a:srgbClr val="2DD4BF"/>
                </a:solidFill>
              </a:defRPr>
            </a:lvl5pPr>
            <a:lvl6pPr algn="l">
              <a:defRPr sz="2100" b="1" i="0">
                <a:solidFill>
                  <a:srgbClr val="2DD4BF"/>
                </a:solidFill>
              </a:defRPr>
            </a:lvl6pPr>
            <a:lvl7pPr algn="l">
              <a:defRPr sz="2100" b="1" i="0">
                <a:solidFill>
                  <a:srgbClr val="2DD4BF"/>
                </a:solidFill>
              </a:defRPr>
            </a:lvl7pPr>
            <a:lvl8pPr algn="l">
              <a:defRPr sz="2100" b="1" i="0">
                <a:solidFill>
                  <a:srgbClr val="2DD4BF"/>
                </a:solidFill>
              </a:defRPr>
            </a:lvl8pPr>
            <a:lvl9pPr algn="l">
              <a:defRPr sz="2100" b="1" i="0">
                <a:solidFill>
                  <a:srgbClr val="2DD4BF"/>
                </a:solidFill>
              </a:defRPr>
            </a:lvl9pPr>
          </a:lstStyle>
          <a:p xmlns:a="http://schemas.openxmlformats.org/drawingml/2006/main">
            <a:pPr algn="l">
              <a:defRPr sz="2100" b="1" i="0">
                <a:solidFill>
                  <a:srgbClr val="2DD4BF"/>
                </a:solidFill>
              </a:defRPr>
            </a:pPr>
            <a:r>
              <a:rPr sz="2100" b="1" i="0">
                <a:solidFill>
                  <a:srgbClr val="2DD4BF"/>
                </a:solidFill>
              </a:rPr>
              <a:t>PARROT2025</a:t>
            </a:r>
          </a:p>
        </p:txBody>
      </p:sp>
      <p:sp>
        <p:nvSpPr>
          <p:cNvPr id="12" name="">
            <a:extLst xmlns:a="http://schemas.openxmlformats.org/drawingml/2006/main">
              <a:ext uri="{FF2B5EF4-FFF2-40B4-BE49-F238E27FC236}">
                <a16:creationId xmlns:a16="http://schemas.microsoft.com/office/drawing/2014/main" id="{217BD91B-0C71-4A67-A107-7995F9F97DFE}"/>
              </a:ext>
            </a:extLst>
          </p:cNvPr>
          <p:cNvSpPr>
            <a:spLocks xmlns:a="http://schemas.openxmlformats.org/drawingml/2006/main" noGrp="1"/>
          </p:cNvSpPr>
          <p:nvPr/>
        </p:nvSpPr>
        <p:spPr>
          <a:xfrm xmlns:a="http://schemas.openxmlformats.org/drawingml/2006/main">
            <a:off x="4572000" y="2619375"/>
            <a:ext cx="24288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13" name="">
            <a:extLst xmlns:a="http://schemas.openxmlformats.org/drawingml/2006/main">
              <a:ext uri="{FF2B5EF4-FFF2-40B4-BE49-F238E27FC236}">
                <a16:creationId xmlns:a16="http://schemas.microsoft.com/office/drawing/2014/main" id="{412FCA0C-101D-4EED-ADCA-CD05155FD82B}"/>
              </a:ext>
            </a:extLst>
          </p:cNvPr>
          <p:cNvSpPr>
            <a:spLocks xmlns:a="http://schemas.openxmlformats.org/drawingml/2006/main" noGrp="1"/>
          </p:cNvSpPr>
          <p:nvPr/>
        </p:nvSpPr>
        <p:spPr>
          <a:xfrm xmlns:a="http://schemas.openxmlformats.org/drawingml/2006/main">
            <a:off x="4667250" y="26479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3 matching-app samples</a:t>
            </a:r>
          </a:p>
        </p:txBody>
      </p:sp>
      <p:sp>
        <p:nvSpPr>
          <p:cNvPr id="14" name="">
            <a:extLst xmlns:a="http://schemas.openxmlformats.org/drawingml/2006/main">
              <a:ext uri="{FF2B5EF4-FFF2-40B4-BE49-F238E27FC236}">
                <a16:creationId xmlns:a16="http://schemas.microsoft.com/office/drawing/2014/main" id="{34CA4B00-5E3E-4D37-B794-73D855D078D1}"/>
              </a:ext>
            </a:extLst>
          </p:cNvPr>
          <p:cNvSpPr>
            <a:spLocks xmlns:a="http://schemas.openxmlformats.org/drawingml/2006/main" noGrp="1"/>
          </p:cNvSpPr>
          <p:nvPr/>
        </p:nvSpPr>
        <p:spPr>
          <a:xfrm xmlns:a="http://schemas.openxmlformats.org/drawingml/2006/main">
            <a:off x="4572000" y="3238500"/>
            <a:ext cx="2800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Useful for limited compatibility checks, but several samples had very little reusable HTTP traffic.</a:t>
            </a:r>
          </a:p>
        </p:txBody>
      </p:sp>
      <p:sp>
        <p:nvSpPr>
          <p:cNvPr id="15" name="">
            <a:extLst xmlns:a="http://schemas.openxmlformats.org/drawingml/2006/main">
              <a:ext uri="{FF2B5EF4-FFF2-40B4-BE49-F238E27FC236}">
                <a16:creationId xmlns:a16="http://schemas.microsoft.com/office/drawing/2014/main" id="{CEA63CEB-9774-4C8B-9E03-855F84314BF3}"/>
              </a:ext>
            </a:extLst>
          </p:cNvPr>
          <p:cNvSpPr>
            <a:spLocks xmlns:a="http://schemas.openxmlformats.org/drawingml/2006/main" noGrp="1"/>
          </p:cNvSpPr>
          <p:nvPr/>
        </p:nvSpPr>
        <p:spPr>
          <a:xfrm xmlns:a="http://schemas.openxmlformats.org/drawingml/2006/main">
            <a:off x="7943850" y="1666875"/>
            <a:ext cx="3333750" cy="3429000"/>
          </a:xfrm>
          <a:prstGeom xmlns:a="http://schemas.openxmlformats.org/drawingml/2006/main" prst="roundRect">
            <a:avLst>
              <a:gd name="adj" fmla="val 4571"/>
            </a:avLst>
          </a:prstGeom>
          <a:solidFill xmlns:a="http://schemas.openxmlformats.org/drawingml/2006/main">
            <a:srgbClr val="0F1C2E"/>
          </a:solidFill>
          <a:ln xmlns:a="http://schemas.openxmlformats.org/drawingml/2006/main" w="9525">
            <a:solidFill>
              <a:srgbClr val="26364D"/>
            </a:solidFill>
            <a:prstDash val="solid"/>
          </a:ln>
        </p:spPr>
      </p:sp>
      <p:sp>
        <p:nvSpPr>
          <p:cNvPr id="16" name="">
            <a:extLst xmlns:a="http://schemas.openxmlformats.org/drawingml/2006/main">
              <a:ext uri="{FF2B5EF4-FFF2-40B4-BE49-F238E27FC236}">
                <a16:creationId xmlns:a16="http://schemas.microsoft.com/office/drawing/2014/main" id="{60636FAF-AAA9-4641-BAA4-51F8A35026DB}"/>
              </a:ext>
            </a:extLst>
          </p:cNvPr>
          <p:cNvSpPr>
            <a:spLocks xmlns:a="http://schemas.openxmlformats.org/drawingml/2006/main" noGrp="1"/>
          </p:cNvSpPr>
          <p:nvPr/>
        </p:nvSpPr>
        <p:spPr>
          <a:xfrm xmlns:a="http://schemas.openxmlformats.org/drawingml/2006/main">
            <a:off x="8210550" y="20193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i="0">
                <a:solidFill>
                  <a:srgbClr val="A78BFA"/>
                </a:solidFill>
              </a:defRPr>
            </a:defPPr>
            <a:lvl1pPr algn="l">
              <a:defRPr sz="2100" b="1" i="0">
                <a:solidFill>
                  <a:srgbClr val="A78BFA"/>
                </a:solidFill>
              </a:defRPr>
            </a:lvl1pPr>
            <a:lvl2pPr algn="l">
              <a:defRPr sz="2100" b="1" i="0">
                <a:solidFill>
                  <a:srgbClr val="A78BFA"/>
                </a:solidFill>
              </a:defRPr>
            </a:lvl2pPr>
            <a:lvl3pPr algn="l">
              <a:defRPr sz="2100" b="1" i="0">
                <a:solidFill>
                  <a:srgbClr val="A78BFA"/>
                </a:solidFill>
              </a:defRPr>
            </a:lvl3pPr>
            <a:lvl4pPr algn="l">
              <a:defRPr sz="2100" b="1" i="0">
                <a:solidFill>
                  <a:srgbClr val="A78BFA"/>
                </a:solidFill>
              </a:defRPr>
            </a:lvl4pPr>
            <a:lvl5pPr algn="l">
              <a:defRPr sz="2100" b="1" i="0">
                <a:solidFill>
                  <a:srgbClr val="A78BFA"/>
                </a:solidFill>
              </a:defRPr>
            </a:lvl5pPr>
            <a:lvl6pPr algn="l">
              <a:defRPr sz="2100" b="1" i="0">
                <a:solidFill>
                  <a:srgbClr val="A78BFA"/>
                </a:solidFill>
              </a:defRPr>
            </a:lvl6pPr>
            <a:lvl7pPr algn="l">
              <a:defRPr sz="2100" b="1" i="0">
                <a:solidFill>
                  <a:srgbClr val="A78BFA"/>
                </a:solidFill>
              </a:defRPr>
            </a:lvl7pPr>
            <a:lvl8pPr algn="l">
              <a:defRPr sz="2100" b="1" i="0">
                <a:solidFill>
                  <a:srgbClr val="A78BFA"/>
                </a:solidFill>
              </a:defRPr>
            </a:lvl8pPr>
            <a:lvl9pPr algn="l">
              <a:defRPr sz="2100" b="1" i="0">
                <a:solidFill>
                  <a:srgbClr val="A78BFA"/>
                </a:solidFill>
              </a:defRPr>
            </a:lvl9pPr>
          </a:lstStyle>
          <a:p xmlns:a="http://schemas.openxmlformats.org/drawingml/2006/main">
            <a:pPr algn="l">
              <a:defRPr sz="2100" b="1" i="0">
                <a:solidFill>
                  <a:srgbClr val="A78BFA"/>
                </a:solidFill>
              </a:defRPr>
            </a:pPr>
            <a:r>
              <a:rPr sz="2100" b="1" i="0">
                <a:solidFill>
                  <a:srgbClr val="A78BFA"/>
                </a:solidFill>
              </a:rPr>
              <a:t>OVRseen</a:t>
            </a:r>
          </a:p>
        </p:txBody>
      </p:sp>
      <p:sp>
        <p:nvSpPr>
          <p:cNvPr id="17" name="">
            <a:extLst xmlns:a="http://schemas.openxmlformats.org/drawingml/2006/main">
              <a:ext uri="{FF2B5EF4-FFF2-40B4-BE49-F238E27FC236}">
                <a16:creationId xmlns:a16="http://schemas.microsoft.com/office/drawing/2014/main" id="{13ACD564-998A-4A69-B0C7-B13A6155D8F8}"/>
              </a:ext>
            </a:extLst>
          </p:cNvPr>
          <p:cNvSpPr>
            <a:spLocks xmlns:a="http://schemas.openxmlformats.org/drawingml/2006/main" noGrp="1"/>
          </p:cNvSpPr>
          <p:nvPr/>
        </p:nvSpPr>
        <p:spPr>
          <a:xfrm xmlns:a="http://schemas.openxmlformats.org/drawingml/2006/main">
            <a:off x="8210550" y="2619375"/>
            <a:ext cx="24288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A78BFA"/>
            </a:solidFill>
            <a:prstDash val="solid"/>
          </a:ln>
        </p:spPr>
      </p:sp>
      <p:sp>
        <p:nvSpPr>
          <p:cNvPr id="18" name="">
            <a:extLst xmlns:a="http://schemas.openxmlformats.org/drawingml/2006/main">
              <a:ext uri="{FF2B5EF4-FFF2-40B4-BE49-F238E27FC236}">
                <a16:creationId xmlns:a16="http://schemas.microsoft.com/office/drawing/2014/main" id="{2FAA74F2-C9F8-408A-A1C6-B8E3B1EA4A8D}"/>
              </a:ext>
            </a:extLst>
          </p:cNvPr>
          <p:cNvSpPr>
            <a:spLocks xmlns:a="http://schemas.openxmlformats.org/drawingml/2006/main" noGrp="1"/>
          </p:cNvSpPr>
          <p:nvPr/>
        </p:nvSpPr>
        <p:spPr>
          <a:xfrm xmlns:a="http://schemas.openxmlformats.org/drawingml/2006/main">
            <a:off x="8305800" y="26479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A78BFA"/>
                </a:solidFill>
              </a:defRPr>
            </a:defPPr>
            <a:lvl1pPr algn="ctr">
              <a:defRPr sz="1050" b="1" i="0">
                <a:solidFill>
                  <a:srgbClr val="A78BFA"/>
                </a:solidFill>
              </a:defRPr>
            </a:lvl1pPr>
            <a:lvl2pPr algn="ctr">
              <a:defRPr sz="1050" b="1" i="0">
                <a:solidFill>
                  <a:srgbClr val="A78BFA"/>
                </a:solidFill>
              </a:defRPr>
            </a:lvl2pPr>
            <a:lvl3pPr algn="ctr">
              <a:defRPr sz="1050" b="1" i="0">
                <a:solidFill>
                  <a:srgbClr val="A78BFA"/>
                </a:solidFill>
              </a:defRPr>
            </a:lvl3pPr>
            <a:lvl4pPr algn="ctr">
              <a:defRPr sz="1050" b="1" i="0">
                <a:solidFill>
                  <a:srgbClr val="A78BFA"/>
                </a:solidFill>
              </a:defRPr>
            </a:lvl4pPr>
            <a:lvl5pPr algn="ctr">
              <a:defRPr sz="1050" b="1" i="0">
                <a:solidFill>
                  <a:srgbClr val="A78BFA"/>
                </a:solidFill>
              </a:defRPr>
            </a:lvl5pPr>
            <a:lvl6pPr algn="ctr">
              <a:defRPr sz="1050" b="1" i="0">
                <a:solidFill>
                  <a:srgbClr val="A78BFA"/>
                </a:solidFill>
              </a:defRPr>
            </a:lvl6pPr>
            <a:lvl7pPr algn="ctr">
              <a:defRPr sz="1050" b="1" i="0">
                <a:solidFill>
                  <a:srgbClr val="A78BFA"/>
                </a:solidFill>
              </a:defRPr>
            </a:lvl7pPr>
            <a:lvl8pPr algn="ctr">
              <a:defRPr sz="1050" b="1" i="0">
                <a:solidFill>
                  <a:srgbClr val="A78BFA"/>
                </a:solidFill>
              </a:defRPr>
            </a:lvl8pPr>
            <a:lvl9pPr algn="ctr">
              <a:defRPr sz="1050" b="1" i="0">
                <a:solidFill>
                  <a:srgbClr val="A78BFA"/>
                </a:solidFill>
              </a:defRPr>
            </a:lvl9pPr>
          </a:lstStyle>
          <a:p xmlns:a="http://schemas.openxmlformats.org/drawingml/2006/main">
            <a:pPr algn="ctr">
              <a:defRPr sz="1050" b="1" i="0">
                <a:solidFill>
                  <a:srgbClr val="A78BFA"/>
                </a:solidFill>
              </a:defRPr>
            </a:pPr>
            <a:r>
              <a:rPr sz="1050" b="1" i="0">
                <a:solidFill>
                  <a:srgbClr val="A78BFA"/>
                </a:solidFill>
              </a:rPr>
              <a:t>3 reconstructed VR-app traces</a:t>
            </a:r>
          </a:p>
        </p:txBody>
      </p:sp>
      <p:sp>
        <p:nvSpPr>
          <p:cNvPr id="19" name="">
            <a:extLst xmlns:a="http://schemas.openxmlformats.org/drawingml/2006/main">
              <a:ext uri="{FF2B5EF4-FFF2-40B4-BE49-F238E27FC236}">
                <a16:creationId xmlns:a16="http://schemas.microsoft.com/office/drawing/2014/main" id="{5EEEE4CE-9E50-4872-963C-4A559C261468}"/>
              </a:ext>
            </a:extLst>
          </p:cNvPr>
          <p:cNvSpPr>
            <a:spLocks xmlns:a="http://schemas.openxmlformats.org/drawingml/2006/main" noGrp="1"/>
          </p:cNvSpPr>
          <p:nvPr/>
        </p:nvSpPr>
        <p:spPr>
          <a:xfrm xmlns:a="http://schemas.openxmlformats.org/drawingml/2006/main">
            <a:off x="8210550" y="3238500"/>
            <a:ext cx="2800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PCAPNG to HAR reconstruction worked, while archived policy formats limited direct policy comparison.</a:t>
            </a:r>
          </a:p>
        </p:txBody>
      </p:sp>
      <p:sp>
        <p:nvSpPr>
          <p:cNvPr id="20" name="">
            <a:extLst xmlns:a="http://schemas.openxmlformats.org/drawingml/2006/main">
              <a:ext uri="{FF2B5EF4-FFF2-40B4-BE49-F238E27FC236}">
                <a16:creationId xmlns:a16="http://schemas.microsoft.com/office/drawing/2014/main" id="{84A00E5D-7788-4F97-9719-313C7A5E3F24}"/>
              </a:ext>
            </a:extLst>
          </p:cNvPr>
          <p:cNvSpPr>
            <a:spLocks xmlns:a="http://schemas.openxmlformats.org/drawingml/2006/main" noGrp="1"/>
          </p:cNvSpPr>
          <p:nvPr/>
        </p:nvSpPr>
        <p:spPr>
          <a:xfrm xmlns:a="http://schemas.openxmlformats.org/drawingml/2006/main">
            <a:off x="1333500" y="5572125"/>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i="0">
                <a:solidFill>
                  <a:srgbClr val="F8FAFC"/>
                </a:solidFill>
              </a:defRPr>
            </a:defPPr>
            <a:lvl1pPr algn="ctr">
              <a:defRPr sz="1500" b="0" i="0">
                <a:solidFill>
                  <a:srgbClr val="F8FAFC"/>
                </a:solidFill>
              </a:defRPr>
            </a:lvl1pPr>
            <a:lvl2pPr algn="ctr">
              <a:defRPr sz="1500" b="0" i="0">
                <a:solidFill>
                  <a:srgbClr val="F8FAFC"/>
                </a:solidFill>
              </a:defRPr>
            </a:lvl2pPr>
            <a:lvl3pPr algn="ctr">
              <a:defRPr sz="1500" b="0" i="0">
                <a:solidFill>
                  <a:srgbClr val="F8FAFC"/>
                </a:solidFill>
              </a:defRPr>
            </a:lvl3pPr>
            <a:lvl4pPr algn="ctr">
              <a:defRPr sz="1500" b="0" i="0">
                <a:solidFill>
                  <a:srgbClr val="F8FAFC"/>
                </a:solidFill>
              </a:defRPr>
            </a:lvl4pPr>
            <a:lvl5pPr algn="ctr">
              <a:defRPr sz="1500" b="0" i="0">
                <a:solidFill>
                  <a:srgbClr val="F8FAFC"/>
                </a:solidFill>
              </a:defRPr>
            </a:lvl5pPr>
            <a:lvl6pPr algn="ctr">
              <a:defRPr sz="1500" b="0" i="0">
                <a:solidFill>
                  <a:srgbClr val="F8FAFC"/>
                </a:solidFill>
              </a:defRPr>
            </a:lvl6pPr>
            <a:lvl7pPr algn="ctr">
              <a:defRPr sz="1500" b="0" i="0">
                <a:solidFill>
                  <a:srgbClr val="F8FAFC"/>
                </a:solidFill>
              </a:defRPr>
            </a:lvl7pPr>
            <a:lvl8pPr algn="ctr">
              <a:defRPr sz="1500" b="0" i="0">
                <a:solidFill>
                  <a:srgbClr val="F8FAFC"/>
                </a:solidFill>
              </a:defRPr>
            </a:lvl8pPr>
            <a:lvl9pPr algn="ctr">
              <a:defRPr sz="1500" b="0" i="0">
                <a:solidFill>
                  <a:srgbClr val="F8FAFC"/>
                </a:solidFill>
              </a:defRPr>
            </a:lvl9pPr>
          </a:lstStyle>
          <a:p xmlns:a="http://schemas.openxmlformats.org/drawingml/2006/main">
            <a:pPr algn="ctr">
              <a:defRPr sz="1500" b="0" i="0">
                <a:solidFill>
                  <a:srgbClr val="F8FAFC"/>
                </a:solidFill>
              </a:defRPr>
            </a:pPr>
            <a:r>
              <a:rPr sz="1500" b="0" i="0">
                <a:solidFill>
                  <a:srgbClr val="F8FAFC"/>
                </a:solidFill>
              </a:rPr>
              <a:t>Conclusion: external data supports traffic-pipeline validation, but it is not a direct substitute for the project’s own app-policy dataset.</a:t>
            </a:r>
          </a:p>
        </p:txBody>
      </p:sp>
      <p:sp>
        <p:nvSpPr>
          <p:cNvPr id="21" name="">
            <a:extLst xmlns:a="http://schemas.openxmlformats.org/drawingml/2006/main">
              <a:ext uri="{FF2B5EF4-FFF2-40B4-BE49-F238E27FC236}">
                <a16:creationId xmlns:a16="http://schemas.microsoft.com/office/drawing/2014/main" id="{D90674F5-5473-4842-AD5E-31CC6D1C972E}"/>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22" name="">
            <a:extLst xmlns:a="http://schemas.openxmlformats.org/drawingml/2006/main">
              <a:ext uri="{FF2B5EF4-FFF2-40B4-BE49-F238E27FC236}">
                <a16:creationId xmlns:a16="http://schemas.microsoft.com/office/drawing/2014/main" id="{0E520CAD-D46D-47F5-80F5-5F3B9B4FCA89}"/>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335102864"/>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3FDC20D-5033-4A5C-9DB0-6CE422E662DC}"/>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30-APP STUDY</a:t>
            </a:r>
          </a:p>
        </p:txBody>
      </p:sp>
      <p:sp>
        <p:nvSpPr>
          <p:cNvPr id="2" name="">
            <a:extLst xmlns:a="http://schemas.openxmlformats.org/drawingml/2006/main">
              <a:ext uri="{FF2B5EF4-FFF2-40B4-BE49-F238E27FC236}">
                <a16:creationId xmlns:a16="http://schemas.microsoft.com/office/drawing/2014/main" id="{67A40E39-CF5C-4111-9F95-5830944899E3}"/>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Final capture-scoped result distribution</a:t>
            </a:r>
          </a:p>
        </p:txBody>
      </p:sp>
      <p:sp>
        <p:nvSpPr>
          <p:cNvPr id="3" name="">
            <a:extLst xmlns:a="http://schemas.openxmlformats.org/drawingml/2006/main">
              <a:ext uri="{FF2B5EF4-FFF2-40B4-BE49-F238E27FC236}">
                <a16:creationId xmlns:a16="http://schemas.microsoft.com/office/drawing/2014/main" id="{918F6505-6376-4204-B195-CCA211A2BD00}"/>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09</a:t>
            </a:r>
          </a:p>
        </p:txBody>
      </p:sp>
      <p:sp>
        <p:nvSpPr>
          <p:cNvPr id="4" name="">
            <a:extLst xmlns:a="http://schemas.openxmlformats.org/drawingml/2006/main">
              <a:ext uri="{FF2B5EF4-FFF2-40B4-BE49-F238E27FC236}">
                <a16:creationId xmlns:a16="http://schemas.microsoft.com/office/drawing/2014/main" id="{2FDF9BDC-57B6-41CD-9019-13B34230A02C}"/>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FE0C0905-9423-48F3-8265-3203804AFDED}"/>
              </a:ext>
            </a:extLst>
          </p:cNvPr>
          <p:cNvSpPr>
            <a:spLocks xmlns:a="http://schemas.openxmlformats.org/drawingml/2006/main" noGrp="1"/>
          </p:cNvSpPr>
          <p:nvPr/>
        </p:nvSpPr>
        <p:spPr>
          <a:xfrm xmlns:a="http://schemas.openxmlformats.org/drawingml/2006/main">
            <a:off x="1143000" y="5619750"/>
            <a:ext cx="6381750" cy="9525"/>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6" name="">
            <a:extLst xmlns:a="http://schemas.openxmlformats.org/drawingml/2006/main">
              <a:ext uri="{FF2B5EF4-FFF2-40B4-BE49-F238E27FC236}">
                <a16:creationId xmlns:a16="http://schemas.microsoft.com/office/drawing/2014/main" id="{67A067E7-DFEA-4110-BF2B-B00DB10B4B7E}"/>
              </a:ext>
            </a:extLst>
          </p:cNvPr>
          <p:cNvSpPr>
            <a:spLocks xmlns:a="http://schemas.openxmlformats.org/drawingml/2006/main" noGrp="1"/>
          </p:cNvSpPr>
          <p:nvPr/>
        </p:nvSpPr>
        <p:spPr>
          <a:xfrm xmlns:a="http://schemas.openxmlformats.org/drawingml/2006/main">
            <a:off x="742950" y="55054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i="0">
                <a:solidFill>
                  <a:srgbClr val="9AAAC0"/>
                </a:solidFill>
              </a:defRPr>
            </a:defPPr>
            <a:lvl1pPr algn="r">
              <a:defRPr sz="900" b="0" i="0">
                <a:solidFill>
                  <a:srgbClr val="9AAAC0"/>
                </a:solidFill>
              </a:defRPr>
            </a:lvl1pPr>
            <a:lvl2pPr algn="r">
              <a:defRPr sz="900" b="0" i="0">
                <a:solidFill>
                  <a:srgbClr val="9AAAC0"/>
                </a:solidFill>
              </a:defRPr>
            </a:lvl2pPr>
            <a:lvl3pPr algn="r">
              <a:defRPr sz="900" b="0" i="0">
                <a:solidFill>
                  <a:srgbClr val="9AAAC0"/>
                </a:solidFill>
              </a:defRPr>
            </a:lvl3pPr>
            <a:lvl4pPr algn="r">
              <a:defRPr sz="900" b="0" i="0">
                <a:solidFill>
                  <a:srgbClr val="9AAAC0"/>
                </a:solidFill>
              </a:defRPr>
            </a:lvl4pPr>
            <a:lvl5pPr algn="r">
              <a:defRPr sz="900" b="0" i="0">
                <a:solidFill>
                  <a:srgbClr val="9AAAC0"/>
                </a:solidFill>
              </a:defRPr>
            </a:lvl5pPr>
            <a:lvl6pPr algn="r">
              <a:defRPr sz="900" b="0" i="0">
                <a:solidFill>
                  <a:srgbClr val="9AAAC0"/>
                </a:solidFill>
              </a:defRPr>
            </a:lvl6pPr>
            <a:lvl7pPr algn="r">
              <a:defRPr sz="900" b="0" i="0">
                <a:solidFill>
                  <a:srgbClr val="9AAAC0"/>
                </a:solidFill>
              </a:defRPr>
            </a:lvl7pPr>
            <a:lvl8pPr algn="r">
              <a:defRPr sz="900" b="0" i="0">
                <a:solidFill>
                  <a:srgbClr val="9AAAC0"/>
                </a:solidFill>
              </a:defRPr>
            </a:lvl8pPr>
            <a:lvl9pPr algn="r">
              <a:defRPr sz="900" b="0" i="0">
                <a:solidFill>
                  <a:srgbClr val="9AAAC0"/>
                </a:solidFill>
              </a:defRPr>
            </a:lvl9pPr>
          </a:lstStyle>
          <a:p xmlns:a="http://schemas.openxmlformats.org/drawingml/2006/main">
            <a:pPr algn="r">
              <a:defRPr sz="900" b="0" i="0">
                <a:solidFill>
                  <a:srgbClr val="9AAAC0"/>
                </a:solidFill>
              </a:defRPr>
            </a:pPr>
            <a:r>
              <a:rPr sz="900" b="0" i="0">
                <a:solidFill>
                  <a:srgbClr val="9AAAC0"/>
                </a:solidFill>
              </a:rPr>
              <a:t>0</a:t>
            </a:r>
          </a:p>
        </p:txBody>
      </p:sp>
      <p:sp>
        <p:nvSpPr>
          <p:cNvPr id="7" name="">
            <a:extLst xmlns:a="http://schemas.openxmlformats.org/drawingml/2006/main">
              <a:ext uri="{FF2B5EF4-FFF2-40B4-BE49-F238E27FC236}">
                <a16:creationId xmlns:a16="http://schemas.microsoft.com/office/drawing/2014/main" id="{9DC3542F-DD84-4C89-AE50-295BD71467A6}"/>
              </a:ext>
            </a:extLst>
          </p:cNvPr>
          <p:cNvSpPr>
            <a:spLocks xmlns:a="http://schemas.openxmlformats.org/drawingml/2006/main" noGrp="1"/>
          </p:cNvSpPr>
          <p:nvPr/>
        </p:nvSpPr>
        <p:spPr>
          <a:xfrm xmlns:a="http://schemas.openxmlformats.org/drawingml/2006/main">
            <a:off x="1143000" y="4876800"/>
            <a:ext cx="6381750" cy="9525"/>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8" name="">
            <a:extLst xmlns:a="http://schemas.openxmlformats.org/drawingml/2006/main">
              <a:ext uri="{FF2B5EF4-FFF2-40B4-BE49-F238E27FC236}">
                <a16:creationId xmlns:a16="http://schemas.microsoft.com/office/drawing/2014/main" id="{DA4E7187-1A20-48B0-B53A-7CBA9917E524}"/>
              </a:ext>
            </a:extLst>
          </p:cNvPr>
          <p:cNvSpPr>
            <a:spLocks xmlns:a="http://schemas.openxmlformats.org/drawingml/2006/main" noGrp="1"/>
          </p:cNvSpPr>
          <p:nvPr/>
        </p:nvSpPr>
        <p:spPr>
          <a:xfrm xmlns:a="http://schemas.openxmlformats.org/drawingml/2006/main">
            <a:off x="742950" y="47625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i="0">
                <a:solidFill>
                  <a:srgbClr val="9AAAC0"/>
                </a:solidFill>
              </a:defRPr>
            </a:defPPr>
            <a:lvl1pPr algn="r">
              <a:defRPr sz="900" b="0" i="0">
                <a:solidFill>
                  <a:srgbClr val="9AAAC0"/>
                </a:solidFill>
              </a:defRPr>
            </a:lvl1pPr>
            <a:lvl2pPr algn="r">
              <a:defRPr sz="900" b="0" i="0">
                <a:solidFill>
                  <a:srgbClr val="9AAAC0"/>
                </a:solidFill>
              </a:defRPr>
            </a:lvl2pPr>
            <a:lvl3pPr algn="r">
              <a:defRPr sz="900" b="0" i="0">
                <a:solidFill>
                  <a:srgbClr val="9AAAC0"/>
                </a:solidFill>
              </a:defRPr>
            </a:lvl3pPr>
            <a:lvl4pPr algn="r">
              <a:defRPr sz="900" b="0" i="0">
                <a:solidFill>
                  <a:srgbClr val="9AAAC0"/>
                </a:solidFill>
              </a:defRPr>
            </a:lvl4pPr>
            <a:lvl5pPr algn="r">
              <a:defRPr sz="900" b="0" i="0">
                <a:solidFill>
                  <a:srgbClr val="9AAAC0"/>
                </a:solidFill>
              </a:defRPr>
            </a:lvl5pPr>
            <a:lvl6pPr algn="r">
              <a:defRPr sz="900" b="0" i="0">
                <a:solidFill>
                  <a:srgbClr val="9AAAC0"/>
                </a:solidFill>
              </a:defRPr>
            </a:lvl6pPr>
            <a:lvl7pPr algn="r">
              <a:defRPr sz="900" b="0" i="0">
                <a:solidFill>
                  <a:srgbClr val="9AAAC0"/>
                </a:solidFill>
              </a:defRPr>
            </a:lvl7pPr>
            <a:lvl8pPr algn="r">
              <a:defRPr sz="900" b="0" i="0">
                <a:solidFill>
                  <a:srgbClr val="9AAAC0"/>
                </a:solidFill>
              </a:defRPr>
            </a:lvl8pPr>
            <a:lvl9pPr algn="r">
              <a:defRPr sz="900" b="0" i="0">
                <a:solidFill>
                  <a:srgbClr val="9AAAC0"/>
                </a:solidFill>
              </a:defRPr>
            </a:lvl9pPr>
          </a:lstStyle>
          <a:p xmlns:a="http://schemas.openxmlformats.org/drawingml/2006/main">
            <a:pPr algn="r">
              <a:defRPr sz="900" b="0" i="0">
                <a:solidFill>
                  <a:srgbClr val="9AAAC0"/>
                </a:solidFill>
              </a:defRPr>
            </a:pPr>
            <a:r>
              <a:rPr sz="900" b="0" i="0">
                <a:solidFill>
                  <a:srgbClr val="9AAAC0"/>
                </a:solidFill>
              </a:rPr>
              <a:t>5</a:t>
            </a:r>
          </a:p>
        </p:txBody>
      </p:sp>
      <p:sp>
        <p:nvSpPr>
          <p:cNvPr id="9" name="">
            <a:extLst xmlns:a="http://schemas.openxmlformats.org/drawingml/2006/main">
              <a:ext uri="{FF2B5EF4-FFF2-40B4-BE49-F238E27FC236}">
                <a16:creationId xmlns:a16="http://schemas.microsoft.com/office/drawing/2014/main" id="{2ECE1188-77CE-46EA-BF1C-239FADF4567E}"/>
              </a:ext>
            </a:extLst>
          </p:cNvPr>
          <p:cNvSpPr>
            <a:spLocks xmlns:a="http://schemas.openxmlformats.org/drawingml/2006/main" noGrp="1"/>
          </p:cNvSpPr>
          <p:nvPr/>
        </p:nvSpPr>
        <p:spPr>
          <a:xfrm xmlns:a="http://schemas.openxmlformats.org/drawingml/2006/main">
            <a:off x="1143000" y="4133850"/>
            <a:ext cx="6381750" cy="9525"/>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10" name="">
            <a:extLst xmlns:a="http://schemas.openxmlformats.org/drawingml/2006/main">
              <a:ext uri="{FF2B5EF4-FFF2-40B4-BE49-F238E27FC236}">
                <a16:creationId xmlns:a16="http://schemas.microsoft.com/office/drawing/2014/main" id="{60FE9C29-C898-4C1A-8247-62A5329D2682}"/>
              </a:ext>
            </a:extLst>
          </p:cNvPr>
          <p:cNvSpPr>
            <a:spLocks xmlns:a="http://schemas.openxmlformats.org/drawingml/2006/main" noGrp="1"/>
          </p:cNvSpPr>
          <p:nvPr/>
        </p:nvSpPr>
        <p:spPr>
          <a:xfrm xmlns:a="http://schemas.openxmlformats.org/drawingml/2006/main">
            <a:off x="742950" y="40195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i="0">
                <a:solidFill>
                  <a:srgbClr val="9AAAC0"/>
                </a:solidFill>
              </a:defRPr>
            </a:defPPr>
            <a:lvl1pPr algn="r">
              <a:defRPr sz="900" b="0" i="0">
                <a:solidFill>
                  <a:srgbClr val="9AAAC0"/>
                </a:solidFill>
              </a:defRPr>
            </a:lvl1pPr>
            <a:lvl2pPr algn="r">
              <a:defRPr sz="900" b="0" i="0">
                <a:solidFill>
                  <a:srgbClr val="9AAAC0"/>
                </a:solidFill>
              </a:defRPr>
            </a:lvl2pPr>
            <a:lvl3pPr algn="r">
              <a:defRPr sz="900" b="0" i="0">
                <a:solidFill>
                  <a:srgbClr val="9AAAC0"/>
                </a:solidFill>
              </a:defRPr>
            </a:lvl3pPr>
            <a:lvl4pPr algn="r">
              <a:defRPr sz="900" b="0" i="0">
                <a:solidFill>
                  <a:srgbClr val="9AAAC0"/>
                </a:solidFill>
              </a:defRPr>
            </a:lvl4pPr>
            <a:lvl5pPr algn="r">
              <a:defRPr sz="900" b="0" i="0">
                <a:solidFill>
                  <a:srgbClr val="9AAAC0"/>
                </a:solidFill>
              </a:defRPr>
            </a:lvl5pPr>
            <a:lvl6pPr algn="r">
              <a:defRPr sz="900" b="0" i="0">
                <a:solidFill>
                  <a:srgbClr val="9AAAC0"/>
                </a:solidFill>
              </a:defRPr>
            </a:lvl6pPr>
            <a:lvl7pPr algn="r">
              <a:defRPr sz="900" b="0" i="0">
                <a:solidFill>
                  <a:srgbClr val="9AAAC0"/>
                </a:solidFill>
              </a:defRPr>
            </a:lvl7pPr>
            <a:lvl8pPr algn="r">
              <a:defRPr sz="900" b="0" i="0">
                <a:solidFill>
                  <a:srgbClr val="9AAAC0"/>
                </a:solidFill>
              </a:defRPr>
            </a:lvl8pPr>
            <a:lvl9pPr algn="r">
              <a:defRPr sz="900" b="0" i="0">
                <a:solidFill>
                  <a:srgbClr val="9AAAC0"/>
                </a:solidFill>
              </a:defRPr>
            </a:lvl9pPr>
          </a:lstStyle>
          <a:p xmlns:a="http://schemas.openxmlformats.org/drawingml/2006/main">
            <a:pPr algn="r">
              <a:defRPr sz="900" b="0" i="0">
                <a:solidFill>
                  <a:srgbClr val="9AAAC0"/>
                </a:solidFill>
              </a:defRPr>
            </a:pPr>
            <a:r>
              <a:rPr sz="900" b="0" i="0">
                <a:solidFill>
                  <a:srgbClr val="9AAAC0"/>
                </a:solidFill>
              </a:rPr>
              <a:t>10</a:t>
            </a:r>
          </a:p>
        </p:txBody>
      </p:sp>
      <p:sp>
        <p:nvSpPr>
          <p:cNvPr id="11" name="">
            <a:extLst xmlns:a="http://schemas.openxmlformats.org/drawingml/2006/main">
              <a:ext uri="{FF2B5EF4-FFF2-40B4-BE49-F238E27FC236}">
                <a16:creationId xmlns:a16="http://schemas.microsoft.com/office/drawing/2014/main" id="{3766F718-5CAA-4FBB-B93F-9E8F0A1787C8}"/>
              </a:ext>
            </a:extLst>
          </p:cNvPr>
          <p:cNvSpPr>
            <a:spLocks xmlns:a="http://schemas.openxmlformats.org/drawingml/2006/main" noGrp="1"/>
          </p:cNvSpPr>
          <p:nvPr/>
        </p:nvSpPr>
        <p:spPr>
          <a:xfrm xmlns:a="http://schemas.openxmlformats.org/drawingml/2006/main">
            <a:off x="1143000" y="3390900"/>
            <a:ext cx="6381750" cy="9525"/>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12" name="">
            <a:extLst xmlns:a="http://schemas.openxmlformats.org/drawingml/2006/main">
              <a:ext uri="{FF2B5EF4-FFF2-40B4-BE49-F238E27FC236}">
                <a16:creationId xmlns:a16="http://schemas.microsoft.com/office/drawing/2014/main" id="{548B00D4-C9AF-41B9-8424-CC486F0BD0DB}"/>
              </a:ext>
            </a:extLst>
          </p:cNvPr>
          <p:cNvSpPr>
            <a:spLocks xmlns:a="http://schemas.openxmlformats.org/drawingml/2006/main" noGrp="1"/>
          </p:cNvSpPr>
          <p:nvPr/>
        </p:nvSpPr>
        <p:spPr>
          <a:xfrm xmlns:a="http://schemas.openxmlformats.org/drawingml/2006/main">
            <a:off x="742950" y="3276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i="0">
                <a:solidFill>
                  <a:srgbClr val="9AAAC0"/>
                </a:solidFill>
              </a:defRPr>
            </a:defPPr>
            <a:lvl1pPr algn="r">
              <a:defRPr sz="900" b="0" i="0">
                <a:solidFill>
                  <a:srgbClr val="9AAAC0"/>
                </a:solidFill>
              </a:defRPr>
            </a:lvl1pPr>
            <a:lvl2pPr algn="r">
              <a:defRPr sz="900" b="0" i="0">
                <a:solidFill>
                  <a:srgbClr val="9AAAC0"/>
                </a:solidFill>
              </a:defRPr>
            </a:lvl2pPr>
            <a:lvl3pPr algn="r">
              <a:defRPr sz="900" b="0" i="0">
                <a:solidFill>
                  <a:srgbClr val="9AAAC0"/>
                </a:solidFill>
              </a:defRPr>
            </a:lvl3pPr>
            <a:lvl4pPr algn="r">
              <a:defRPr sz="900" b="0" i="0">
                <a:solidFill>
                  <a:srgbClr val="9AAAC0"/>
                </a:solidFill>
              </a:defRPr>
            </a:lvl4pPr>
            <a:lvl5pPr algn="r">
              <a:defRPr sz="900" b="0" i="0">
                <a:solidFill>
                  <a:srgbClr val="9AAAC0"/>
                </a:solidFill>
              </a:defRPr>
            </a:lvl5pPr>
            <a:lvl6pPr algn="r">
              <a:defRPr sz="900" b="0" i="0">
                <a:solidFill>
                  <a:srgbClr val="9AAAC0"/>
                </a:solidFill>
              </a:defRPr>
            </a:lvl6pPr>
            <a:lvl7pPr algn="r">
              <a:defRPr sz="900" b="0" i="0">
                <a:solidFill>
                  <a:srgbClr val="9AAAC0"/>
                </a:solidFill>
              </a:defRPr>
            </a:lvl7pPr>
            <a:lvl8pPr algn="r">
              <a:defRPr sz="900" b="0" i="0">
                <a:solidFill>
                  <a:srgbClr val="9AAAC0"/>
                </a:solidFill>
              </a:defRPr>
            </a:lvl8pPr>
            <a:lvl9pPr algn="r">
              <a:defRPr sz="900" b="0" i="0">
                <a:solidFill>
                  <a:srgbClr val="9AAAC0"/>
                </a:solidFill>
              </a:defRPr>
            </a:lvl9pPr>
          </a:lstStyle>
          <a:p xmlns:a="http://schemas.openxmlformats.org/drawingml/2006/main">
            <a:pPr algn="r">
              <a:defRPr sz="900" b="0" i="0">
                <a:solidFill>
                  <a:srgbClr val="9AAAC0"/>
                </a:solidFill>
              </a:defRPr>
            </a:pPr>
            <a:r>
              <a:rPr sz="900" b="0" i="0">
                <a:solidFill>
                  <a:srgbClr val="9AAAC0"/>
                </a:solidFill>
              </a:rPr>
              <a:t>15</a:t>
            </a:r>
          </a:p>
        </p:txBody>
      </p:sp>
      <p:sp>
        <p:nvSpPr>
          <p:cNvPr id="13" name="">
            <a:extLst xmlns:a="http://schemas.openxmlformats.org/drawingml/2006/main">
              <a:ext uri="{FF2B5EF4-FFF2-40B4-BE49-F238E27FC236}">
                <a16:creationId xmlns:a16="http://schemas.microsoft.com/office/drawing/2014/main" id="{A54D19FB-4260-4692-A42C-E2881452FD6B}"/>
              </a:ext>
            </a:extLst>
          </p:cNvPr>
          <p:cNvSpPr>
            <a:spLocks xmlns:a="http://schemas.openxmlformats.org/drawingml/2006/main" noGrp="1"/>
          </p:cNvSpPr>
          <p:nvPr/>
        </p:nvSpPr>
        <p:spPr>
          <a:xfrm xmlns:a="http://schemas.openxmlformats.org/drawingml/2006/main">
            <a:off x="1143000" y="2647950"/>
            <a:ext cx="6381750" cy="9525"/>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14" name="">
            <a:extLst xmlns:a="http://schemas.openxmlformats.org/drawingml/2006/main">
              <a:ext uri="{FF2B5EF4-FFF2-40B4-BE49-F238E27FC236}">
                <a16:creationId xmlns:a16="http://schemas.microsoft.com/office/drawing/2014/main" id="{2FAEADAA-CF8B-4BD4-A2F9-76FFE12A77D5}"/>
              </a:ext>
            </a:extLst>
          </p:cNvPr>
          <p:cNvSpPr>
            <a:spLocks xmlns:a="http://schemas.openxmlformats.org/drawingml/2006/main" noGrp="1"/>
          </p:cNvSpPr>
          <p:nvPr/>
        </p:nvSpPr>
        <p:spPr>
          <a:xfrm xmlns:a="http://schemas.openxmlformats.org/drawingml/2006/main">
            <a:off x="742950" y="25336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i="0">
                <a:solidFill>
                  <a:srgbClr val="9AAAC0"/>
                </a:solidFill>
              </a:defRPr>
            </a:defPPr>
            <a:lvl1pPr algn="r">
              <a:defRPr sz="900" b="0" i="0">
                <a:solidFill>
                  <a:srgbClr val="9AAAC0"/>
                </a:solidFill>
              </a:defRPr>
            </a:lvl1pPr>
            <a:lvl2pPr algn="r">
              <a:defRPr sz="900" b="0" i="0">
                <a:solidFill>
                  <a:srgbClr val="9AAAC0"/>
                </a:solidFill>
              </a:defRPr>
            </a:lvl2pPr>
            <a:lvl3pPr algn="r">
              <a:defRPr sz="900" b="0" i="0">
                <a:solidFill>
                  <a:srgbClr val="9AAAC0"/>
                </a:solidFill>
              </a:defRPr>
            </a:lvl3pPr>
            <a:lvl4pPr algn="r">
              <a:defRPr sz="900" b="0" i="0">
                <a:solidFill>
                  <a:srgbClr val="9AAAC0"/>
                </a:solidFill>
              </a:defRPr>
            </a:lvl4pPr>
            <a:lvl5pPr algn="r">
              <a:defRPr sz="900" b="0" i="0">
                <a:solidFill>
                  <a:srgbClr val="9AAAC0"/>
                </a:solidFill>
              </a:defRPr>
            </a:lvl5pPr>
            <a:lvl6pPr algn="r">
              <a:defRPr sz="900" b="0" i="0">
                <a:solidFill>
                  <a:srgbClr val="9AAAC0"/>
                </a:solidFill>
              </a:defRPr>
            </a:lvl6pPr>
            <a:lvl7pPr algn="r">
              <a:defRPr sz="900" b="0" i="0">
                <a:solidFill>
                  <a:srgbClr val="9AAAC0"/>
                </a:solidFill>
              </a:defRPr>
            </a:lvl7pPr>
            <a:lvl8pPr algn="r">
              <a:defRPr sz="900" b="0" i="0">
                <a:solidFill>
                  <a:srgbClr val="9AAAC0"/>
                </a:solidFill>
              </a:defRPr>
            </a:lvl8pPr>
            <a:lvl9pPr algn="r">
              <a:defRPr sz="900" b="0" i="0">
                <a:solidFill>
                  <a:srgbClr val="9AAAC0"/>
                </a:solidFill>
              </a:defRPr>
            </a:lvl9pPr>
          </a:lstStyle>
          <a:p xmlns:a="http://schemas.openxmlformats.org/drawingml/2006/main">
            <a:pPr algn="r">
              <a:defRPr sz="900" b="0" i="0">
                <a:solidFill>
                  <a:srgbClr val="9AAAC0"/>
                </a:solidFill>
              </a:defRPr>
            </a:pPr>
            <a:r>
              <a:rPr sz="900" b="0" i="0">
                <a:solidFill>
                  <a:srgbClr val="9AAAC0"/>
                </a:solidFill>
              </a:rPr>
              <a:t>20</a:t>
            </a:r>
          </a:p>
        </p:txBody>
      </p:sp>
      <p:sp>
        <p:nvSpPr>
          <p:cNvPr id="15" name="">
            <a:extLst xmlns:a="http://schemas.openxmlformats.org/drawingml/2006/main">
              <a:ext uri="{FF2B5EF4-FFF2-40B4-BE49-F238E27FC236}">
                <a16:creationId xmlns:a16="http://schemas.microsoft.com/office/drawing/2014/main" id="{9F7363F1-681F-4765-9253-C4A2A1A7B463}"/>
              </a:ext>
            </a:extLst>
          </p:cNvPr>
          <p:cNvSpPr>
            <a:spLocks xmlns:a="http://schemas.openxmlformats.org/drawingml/2006/main" noGrp="1"/>
          </p:cNvSpPr>
          <p:nvPr/>
        </p:nvSpPr>
        <p:spPr>
          <a:xfrm xmlns:a="http://schemas.openxmlformats.org/drawingml/2006/main">
            <a:off x="1143000" y="1905000"/>
            <a:ext cx="6381750" cy="9525"/>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16" name="">
            <a:extLst xmlns:a="http://schemas.openxmlformats.org/drawingml/2006/main">
              <a:ext uri="{FF2B5EF4-FFF2-40B4-BE49-F238E27FC236}">
                <a16:creationId xmlns:a16="http://schemas.microsoft.com/office/drawing/2014/main" id="{51FC5509-ED2F-4880-AA9C-FCD65E0668AE}"/>
              </a:ext>
            </a:extLst>
          </p:cNvPr>
          <p:cNvSpPr>
            <a:spLocks xmlns:a="http://schemas.openxmlformats.org/drawingml/2006/main" noGrp="1"/>
          </p:cNvSpPr>
          <p:nvPr/>
        </p:nvSpPr>
        <p:spPr>
          <a:xfrm xmlns:a="http://schemas.openxmlformats.org/drawingml/2006/main">
            <a:off x="742950" y="17907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i="0">
                <a:solidFill>
                  <a:srgbClr val="9AAAC0"/>
                </a:solidFill>
              </a:defRPr>
            </a:defPPr>
            <a:lvl1pPr algn="r">
              <a:defRPr sz="900" b="0" i="0">
                <a:solidFill>
                  <a:srgbClr val="9AAAC0"/>
                </a:solidFill>
              </a:defRPr>
            </a:lvl1pPr>
            <a:lvl2pPr algn="r">
              <a:defRPr sz="900" b="0" i="0">
                <a:solidFill>
                  <a:srgbClr val="9AAAC0"/>
                </a:solidFill>
              </a:defRPr>
            </a:lvl2pPr>
            <a:lvl3pPr algn="r">
              <a:defRPr sz="900" b="0" i="0">
                <a:solidFill>
                  <a:srgbClr val="9AAAC0"/>
                </a:solidFill>
              </a:defRPr>
            </a:lvl3pPr>
            <a:lvl4pPr algn="r">
              <a:defRPr sz="900" b="0" i="0">
                <a:solidFill>
                  <a:srgbClr val="9AAAC0"/>
                </a:solidFill>
              </a:defRPr>
            </a:lvl4pPr>
            <a:lvl5pPr algn="r">
              <a:defRPr sz="900" b="0" i="0">
                <a:solidFill>
                  <a:srgbClr val="9AAAC0"/>
                </a:solidFill>
              </a:defRPr>
            </a:lvl5pPr>
            <a:lvl6pPr algn="r">
              <a:defRPr sz="900" b="0" i="0">
                <a:solidFill>
                  <a:srgbClr val="9AAAC0"/>
                </a:solidFill>
              </a:defRPr>
            </a:lvl6pPr>
            <a:lvl7pPr algn="r">
              <a:defRPr sz="900" b="0" i="0">
                <a:solidFill>
                  <a:srgbClr val="9AAAC0"/>
                </a:solidFill>
              </a:defRPr>
            </a:lvl7pPr>
            <a:lvl8pPr algn="r">
              <a:defRPr sz="900" b="0" i="0">
                <a:solidFill>
                  <a:srgbClr val="9AAAC0"/>
                </a:solidFill>
              </a:defRPr>
            </a:lvl8pPr>
            <a:lvl9pPr algn="r">
              <a:defRPr sz="900" b="0" i="0">
                <a:solidFill>
                  <a:srgbClr val="9AAAC0"/>
                </a:solidFill>
              </a:defRPr>
            </a:lvl9pPr>
          </a:lstStyle>
          <a:p xmlns:a="http://schemas.openxmlformats.org/drawingml/2006/main">
            <a:pPr algn="r">
              <a:defRPr sz="900" b="0" i="0">
                <a:solidFill>
                  <a:srgbClr val="9AAAC0"/>
                </a:solidFill>
              </a:defRPr>
            </a:pPr>
            <a:r>
              <a:rPr sz="900" b="0" i="0">
                <a:solidFill>
                  <a:srgbClr val="9AAAC0"/>
                </a:solidFill>
              </a:rPr>
              <a:t>25</a:t>
            </a:r>
          </a:p>
        </p:txBody>
      </p:sp>
      <p:sp>
        <p:nvSpPr>
          <p:cNvPr id="17" name="">
            <a:extLst xmlns:a="http://schemas.openxmlformats.org/drawingml/2006/main">
              <a:ext uri="{FF2B5EF4-FFF2-40B4-BE49-F238E27FC236}">
                <a16:creationId xmlns:a16="http://schemas.microsoft.com/office/drawing/2014/main" id="{75A3BA22-14C3-4C10-966F-6145C070D28E}"/>
              </a:ext>
            </a:extLst>
          </p:cNvPr>
          <p:cNvSpPr>
            <a:spLocks xmlns:a="http://schemas.openxmlformats.org/drawingml/2006/main" noGrp="1"/>
          </p:cNvSpPr>
          <p:nvPr/>
        </p:nvSpPr>
        <p:spPr>
          <a:xfrm xmlns:a="http://schemas.openxmlformats.org/drawingml/2006/main">
            <a:off x="1952625" y="2499360"/>
            <a:ext cx="1000125" cy="3120390"/>
          </a:xfrm>
          <a:prstGeom xmlns:a="http://schemas.openxmlformats.org/drawingml/2006/main" prst="rect">
            <a:avLst/>
          </a:prstGeom>
          <a:solidFill xmlns:a="http://schemas.openxmlformats.org/drawingml/2006/main">
            <a:srgbClr val="34D399"/>
          </a:solidFill>
          <a:ln xmlns:a="http://schemas.openxmlformats.org/drawingml/2006/main" w="0">
            <a:solidFill>
              <a:srgbClr val="34D399"/>
            </a:solidFill>
            <a:prstDash val="solid"/>
          </a:ln>
        </p:spPr>
      </p:sp>
      <p:sp>
        <p:nvSpPr>
          <p:cNvPr id="18" name="">
            <a:extLst xmlns:a="http://schemas.openxmlformats.org/drawingml/2006/main">
              <a:ext uri="{FF2B5EF4-FFF2-40B4-BE49-F238E27FC236}">
                <a16:creationId xmlns:a16="http://schemas.microsoft.com/office/drawing/2014/main" id="{D9BEAB37-27C9-46AB-8A6B-6487495964CD}"/>
              </a:ext>
            </a:extLst>
          </p:cNvPr>
          <p:cNvSpPr>
            <a:spLocks xmlns:a="http://schemas.openxmlformats.org/drawingml/2006/main" noGrp="1"/>
          </p:cNvSpPr>
          <p:nvPr/>
        </p:nvSpPr>
        <p:spPr>
          <a:xfrm xmlns:a="http://schemas.openxmlformats.org/drawingml/2006/main">
            <a:off x="1952625" y="215646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i="0">
                <a:solidFill>
                  <a:srgbClr val="34D399"/>
                </a:solidFill>
              </a:defRPr>
            </a:defPPr>
            <a:lvl1pPr algn="ctr">
              <a:defRPr sz="1350" b="1" i="0">
                <a:solidFill>
                  <a:srgbClr val="34D399"/>
                </a:solidFill>
              </a:defRPr>
            </a:lvl1pPr>
            <a:lvl2pPr algn="ctr">
              <a:defRPr sz="1350" b="1" i="0">
                <a:solidFill>
                  <a:srgbClr val="34D399"/>
                </a:solidFill>
              </a:defRPr>
            </a:lvl2pPr>
            <a:lvl3pPr algn="ctr">
              <a:defRPr sz="1350" b="1" i="0">
                <a:solidFill>
                  <a:srgbClr val="34D399"/>
                </a:solidFill>
              </a:defRPr>
            </a:lvl3pPr>
            <a:lvl4pPr algn="ctr">
              <a:defRPr sz="1350" b="1" i="0">
                <a:solidFill>
                  <a:srgbClr val="34D399"/>
                </a:solidFill>
              </a:defRPr>
            </a:lvl4pPr>
            <a:lvl5pPr algn="ctr">
              <a:defRPr sz="1350" b="1" i="0">
                <a:solidFill>
                  <a:srgbClr val="34D399"/>
                </a:solidFill>
              </a:defRPr>
            </a:lvl5pPr>
            <a:lvl6pPr algn="ctr">
              <a:defRPr sz="1350" b="1" i="0">
                <a:solidFill>
                  <a:srgbClr val="34D399"/>
                </a:solidFill>
              </a:defRPr>
            </a:lvl6pPr>
            <a:lvl7pPr algn="ctr">
              <a:defRPr sz="1350" b="1" i="0">
                <a:solidFill>
                  <a:srgbClr val="34D399"/>
                </a:solidFill>
              </a:defRPr>
            </a:lvl7pPr>
            <a:lvl8pPr algn="ctr">
              <a:defRPr sz="1350" b="1" i="0">
                <a:solidFill>
                  <a:srgbClr val="34D399"/>
                </a:solidFill>
              </a:defRPr>
            </a:lvl8pPr>
            <a:lvl9pPr algn="ctr">
              <a:defRPr sz="1350" b="1" i="0">
                <a:solidFill>
                  <a:srgbClr val="34D399"/>
                </a:solidFill>
              </a:defRPr>
            </a:lvl9pPr>
          </a:lstStyle>
          <a:p xmlns:a="http://schemas.openxmlformats.org/drawingml/2006/main">
            <a:pPr algn="ctr">
              <a:defRPr sz="1350" b="1" i="0">
                <a:solidFill>
                  <a:srgbClr val="34D399"/>
                </a:solidFill>
              </a:defRPr>
            </a:pPr>
            <a:r>
              <a:rPr sz="1350" b="1" i="0">
                <a:solidFill>
                  <a:srgbClr val="34D399"/>
                </a:solidFill>
              </a:rPr>
              <a:t>21</a:t>
            </a:r>
          </a:p>
        </p:txBody>
      </p:sp>
      <p:sp>
        <p:nvSpPr>
          <p:cNvPr id="19" name="">
            <a:extLst xmlns:a="http://schemas.openxmlformats.org/drawingml/2006/main">
              <a:ext uri="{FF2B5EF4-FFF2-40B4-BE49-F238E27FC236}">
                <a16:creationId xmlns:a16="http://schemas.microsoft.com/office/drawing/2014/main" id="{0B79AE69-E14D-4179-8DFC-B797D44C008B}"/>
              </a:ext>
            </a:extLst>
          </p:cNvPr>
          <p:cNvSpPr>
            <a:spLocks xmlns:a="http://schemas.openxmlformats.org/drawingml/2006/main" noGrp="1"/>
          </p:cNvSpPr>
          <p:nvPr/>
        </p:nvSpPr>
        <p:spPr>
          <a:xfrm xmlns:a="http://schemas.openxmlformats.org/drawingml/2006/main">
            <a:off x="1666875" y="571500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i="0">
                <a:solidFill>
                  <a:srgbClr val="9AAAC0"/>
                </a:solidFill>
              </a:defRPr>
            </a:defPPr>
            <a:lvl1pPr algn="ctr">
              <a:defRPr sz="1050" b="0" i="0">
                <a:solidFill>
                  <a:srgbClr val="9AAAC0"/>
                </a:solidFill>
              </a:defRPr>
            </a:lvl1pPr>
            <a:lvl2pPr algn="ctr">
              <a:defRPr sz="1050" b="0" i="0">
                <a:solidFill>
                  <a:srgbClr val="9AAAC0"/>
                </a:solidFill>
              </a:defRPr>
            </a:lvl2pPr>
            <a:lvl3pPr algn="ctr">
              <a:defRPr sz="1050" b="0" i="0">
                <a:solidFill>
                  <a:srgbClr val="9AAAC0"/>
                </a:solidFill>
              </a:defRPr>
            </a:lvl3pPr>
            <a:lvl4pPr algn="ctr">
              <a:defRPr sz="1050" b="0" i="0">
                <a:solidFill>
                  <a:srgbClr val="9AAAC0"/>
                </a:solidFill>
              </a:defRPr>
            </a:lvl4pPr>
            <a:lvl5pPr algn="ctr">
              <a:defRPr sz="1050" b="0" i="0">
                <a:solidFill>
                  <a:srgbClr val="9AAAC0"/>
                </a:solidFill>
              </a:defRPr>
            </a:lvl5pPr>
            <a:lvl6pPr algn="ctr">
              <a:defRPr sz="1050" b="0" i="0">
                <a:solidFill>
                  <a:srgbClr val="9AAAC0"/>
                </a:solidFill>
              </a:defRPr>
            </a:lvl6pPr>
            <a:lvl7pPr algn="ctr">
              <a:defRPr sz="1050" b="0" i="0">
                <a:solidFill>
                  <a:srgbClr val="9AAAC0"/>
                </a:solidFill>
              </a:defRPr>
            </a:lvl7pPr>
            <a:lvl8pPr algn="ctr">
              <a:defRPr sz="1050" b="0" i="0">
                <a:solidFill>
                  <a:srgbClr val="9AAAC0"/>
                </a:solidFill>
              </a:defRPr>
            </a:lvl8pPr>
            <a:lvl9pPr algn="ctr">
              <a:defRPr sz="1050" b="0" i="0">
                <a:solidFill>
                  <a:srgbClr val="9AAAC0"/>
                </a:solidFill>
              </a:defRPr>
            </a:lvl9pPr>
          </a:lstStyle>
          <a:p xmlns:a="http://schemas.openxmlformats.org/drawingml/2006/main">
            <a:pPr algn="ctr">
              <a:defRPr sz="1050" b="0" i="0">
                <a:solidFill>
                  <a:srgbClr val="9AAAC0"/>
                </a:solidFill>
              </a:defRPr>
            </a:pPr>
            <a:r>
              <a:rPr sz="1050" b="0" i="0">
                <a:solidFill>
                  <a:srgbClr val="9AAAC0"/>
                </a:solidFill>
              </a:rPr>
              <a:t>No disclosure gap</a:t>
            </a:r>
          </a:p>
        </p:txBody>
      </p:sp>
      <p:sp>
        <p:nvSpPr>
          <p:cNvPr id="20" name="">
            <a:extLst xmlns:a="http://schemas.openxmlformats.org/drawingml/2006/main">
              <a:ext uri="{FF2B5EF4-FFF2-40B4-BE49-F238E27FC236}">
                <a16:creationId xmlns:a16="http://schemas.microsoft.com/office/drawing/2014/main" id="{C682D4D8-A5E6-488C-B933-FC2552AB6551}"/>
              </a:ext>
            </a:extLst>
          </p:cNvPr>
          <p:cNvSpPr>
            <a:spLocks xmlns:a="http://schemas.openxmlformats.org/drawingml/2006/main" noGrp="1"/>
          </p:cNvSpPr>
          <p:nvPr/>
        </p:nvSpPr>
        <p:spPr>
          <a:xfrm xmlns:a="http://schemas.openxmlformats.org/drawingml/2006/main">
            <a:off x="4095750" y="5173980"/>
            <a:ext cx="1000125" cy="445770"/>
          </a:xfrm>
          <a:prstGeom xmlns:a="http://schemas.openxmlformats.org/drawingml/2006/main" prst="rect">
            <a:avLst/>
          </a:prstGeom>
          <a:solidFill xmlns:a="http://schemas.openxmlformats.org/drawingml/2006/main">
            <a:srgbClr val="FB7185"/>
          </a:solidFill>
          <a:ln xmlns:a="http://schemas.openxmlformats.org/drawingml/2006/main" w="0">
            <a:solidFill>
              <a:srgbClr val="FB7185"/>
            </a:solidFill>
            <a:prstDash val="solid"/>
          </a:ln>
        </p:spPr>
      </p:sp>
      <p:sp>
        <p:nvSpPr>
          <p:cNvPr id="21" name="">
            <a:extLst xmlns:a="http://schemas.openxmlformats.org/drawingml/2006/main">
              <a:ext uri="{FF2B5EF4-FFF2-40B4-BE49-F238E27FC236}">
                <a16:creationId xmlns:a16="http://schemas.microsoft.com/office/drawing/2014/main" id="{A6D26CA9-6FB9-4499-8940-F8ABA620C24E}"/>
              </a:ext>
            </a:extLst>
          </p:cNvPr>
          <p:cNvSpPr>
            <a:spLocks xmlns:a="http://schemas.openxmlformats.org/drawingml/2006/main" noGrp="1"/>
          </p:cNvSpPr>
          <p:nvPr/>
        </p:nvSpPr>
        <p:spPr>
          <a:xfrm xmlns:a="http://schemas.openxmlformats.org/drawingml/2006/main">
            <a:off x="4095750" y="483108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i="0">
                <a:solidFill>
                  <a:srgbClr val="FB7185"/>
                </a:solidFill>
              </a:defRPr>
            </a:defPPr>
            <a:lvl1pPr algn="ctr">
              <a:defRPr sz="1350" b="1" i="0">
                <a:solidFill>
                  <a:srgbClr val="FB7185"/>
                </a:solidFill>
              </a:defRPr>
            </a:lvl1pPr>
            <a:lvl2pPr algn="ctr">
              <a:defRPr sz="1350" b="1" i="0">
                <a:solidFill>
                  <a:srgbClr val="FB7185"/>
                </a:solidFill>
              </a:defRPr>
            </a:lvl2pPr>
            <a:lvl3pPr algn="ctr">
              <a:defRPr sz="1350" b="1" i="0">
                <a:solidFill>
                  <a:srgbClr val="FB7185"/>
                </a:solidFill>
              </a:defRPr>
            </a:lvl3pPr>
            <a:lvl4pPr algn="ctr">
              <a:defRPr sz="1350" b="1" i="0">
                <a:solidFill>
                  <a:srgbClr val="FB7185"/>
                </a:solidFill>
              </a:defRPr>
            </a:lvl4pPr>
            <a:lvl5pPr algn="ctr">
              <a:defRPr sz="1350" b="1" i="0">
                <a:solidFill>
                  <a:srgbClr val="FB7185"/>
                </a:solidFill>
              </a:defRPr>
            </a:lvl5pPr>
            <a:lvl6pPr algn="ctr">
              <a:defRPr sz="1350" b="1" i="0">
                <a:solidFill>
                  <a:srgbClr val="FB7185"/>
                </a:solidFill>
              </a:defRPr>
            </a:lvl6pPr>
            <a:lvl7pPr algn="ctr">
              <a:defRPr sz="1350" b="1" i="0">
                <a:solidFill>
                  <a:srgbClr val="FB7185"/>
                </a:solidFill>
              </a:defRPr>
            </a:lvl7pPr>
            <a:lvl8pPr algn="ctr">
              <a:defRPr sz="1350" b="1" i="0">
                <a:solidFill>
                  <a:srgbClr val="FB7185"/>
                </a:solidFill>
              </a:defRPr>
            </a:lvl8pPr>
            <a:lvl9pPr algn="ctr">
              <a:defRPr sz="1350" b="1" i="0">
                <a:solidFill>
                  <a:srgbClr val="FB7185"/>
                </a:solidFill>
              </a:defRPr>
            </a:lvl9pPr>
          </a:lstStyle>
          <a:p xmlns:a="http://schemas.openxmlformats.org/drawingml/2006/main">
            <a:pPr algn="ctr">
              <a:defRPr sz="1350" b="1" i="0">
                <a:solidFill>
                  <a:srgbClr val="FB7185"/>
                </a:solidFill>
              </a:defRPr>
            </a:pPr>
            <a:r>
              <a:rPr sz="1350" b="1" i="0">
                <a:solidFill>
                  <a:srgbClr val="FB7185"/>
                </a:solidFill>
              </a:rPr>
              <a:t>3</a:t>
            </a:r>
          </a:p>
        </p:txBody>
      </p:sp>
      <p:sp>
        <p:nvSpPr>
          <p:cNvPr id="22" name="">
            <a:extLst xmlns:a="http://schemas.openxmlformats.org/drawingml/2006/main">
              <a:ext uri="{FF2B5EF4-FFF2-40B4-BE49-F238E27FC236}">
                <a16:creationId xmlns:a16="http://schemas.microsoft.com/office/drawing/2014/main" id="{BB77DAB4-FF40-4614-B662-B492BA3A5B65}"/>
              </a:ext>
            </a:extLst>
          </p:cNvPr>
          <p:cNvSpPr>
            <a:spLocks xmlns:a="http://schemas.openxmlformats.org/drawingml/2006/main" noGrp="1"/>
          </p:cNvSpPr>
          <p:nvPr/>
        </p:nvSpPr>
        <p:spPr>
          <a:xfrm xmlns:a="http://schemas.openxmlformats.org/drawingml/2006/main">
            <a:off x="3810000" y="571500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i="0">
                <a:solidFill>
                  <a:srgbClr val="9AAAC0"/>
                </a:solidFill>
              </a:defRPr>
            </a:defPPr>
            <a:lvl1pPr algn="ctr">
              <a:defRPr sz="1050" b="0" i="0">
                <a:solidFill>
                  <a:srgbClr val="9AAAC0"/>
                </a:solidFill>
              </a:defRPr>
            </a:lvl1pPr>
            <a:lvl2pPr algn="ctr">
              <a:defRPr sz="1050" b="0" i="0">
                <a:solidFill>
                  <a:srgbClr val="9AAAC0"/>
                </a:solidFill>
              </a:defRPr>
            </a:lvl2pPr>
            <a:lvl3pPr algn="ctr">
              <a:defRPr sz="1050" b="0" i="0">
                <a:solidFill>
                  <a:srgbClr val="9AAAC0"/>
                </a:solidFill>
              </a:defRPr>
            </a:lvl3pPr>
            <a:lvl4pPr algn="ctr">
              <a:defRPr sz="1050" b="0" i="0">
                <a:solidFill>
                  <a:srgbClr val="9AAAC0"/>
                </a:solidFill>
              </a:defRPr>
            </a:lvl4pPr>
            <a:lvl5pPr algn="ctr">
              <a:defRPr sz="1050" b="0" i="0">
                <a:solidFill>
                  <a:srgbClr val="9AAAC0"/>
                </a:solidFill>
              </a:defRPr>
            </a:lvl5pPr>
            <a:lvl6pPr algn="ctr">
              <a:defRPr sz="1050" b="0" i="0">
                <a:solidFill>
                  <a:srgbClr val="9AAAC0"/>
                </a:solidFill>
              </a:defRPr>
            </a:lvl6pPr>
            <a:lvl7pPr algn="ctr">
              <a:defRPr sz="1050" b="0" i="0">
                <a:solidFill>
                  <a:srgbClr val="9AAAC0"/>
                </a:solidFill>
              </a:defRPr>
            </a:lvl7pPr>
            <a:lvl8pPr algn="ctr">
              <a:defRPr sz="1050" b="0" i="0">
                <a:solidFill>
                  <a:srgbClr val="9AAAC0"/>
                </a:solidFill>
              </a:defRPr>
            </a:lvl8pPr>
            <a:lvl9pPr algn="ctr">
              <a:defRPr sz="1050" b="0" i="0">
                <a:solidFill>
                  <a:srgbClr val="9AAAC0"/>
                </a:solidFill>
              </a:defRPr>
            </a:lvl9pPr>
          </a:lstStyle>
          <a:p xmlns:a="http://schemas.openxmlformats.org/drawingml/2006/main">
            <a:pPr algn="ctr">
              <a:defRPr sz="1050" b="0" i="0">
                <a:solidFill>
                  <a:srgbClr val="9AAAC0"/>
                </a:solidFill>
              </a:defRPr>
            </a:pPr>
            <a:r>
              <a:rPr sz="1050" b="0" i="0">
                <a:solidFill>
                  <a:srgbClr val="9AAAC0"/>
                </a:solidFill>
              </a:rPr>
              <a:t>Policy disclosure gap</a:t>
            </a:r>
          </a:p>
        </p:txBody>
      </p:sp>
      <p:sp>
        <p:nvSpPr>
          <p:cNvPr id="23" name="">
            <a:extLst xmlns:a="http://schemas.openxmlformats.org/drawingml/2006/main">
              <a:ext uri="{FF2B5EF4-FFF2-40B4-BE49-F238E27FC236}">
                <a16:creationId xmlns:a16="http://schemas.microsoft.com/office/drawing/2014/main" id="{24D043DA-65EC-4F32-A49E-B580450889AA}"/>
              </a:ext>
            </a:extLst>
          </p:cNvPr>
          <p:cNvSpPr>
            <a:spLocks xmlns:a="http://schemas.openxmlformats.org/drawingml/2006/main" noGrp="1"/>
          </p:cNvSpPr>
          <p:nvPr/>
        </p:nvSpPr>
        <p:spPr>
          <a:xfrm xmlns:a="http://schemas.openxmlformats.org/drawingml/2006/main">
            <a:off x="6238875" y="4728210"/>
            <a:ext cx="1000125" cy="891540"/>
          </a:xfrm>
          <a:prstGeom xmlns:a="http://schemas.openxmlformats.org/drawingml/2006/main" prst="rect">
            <a:avLst/>
          </a:prstGeom>
          <a:solidFill xmlns:a="http://schemas.openxmlformats.org/drawingml/2006/main">
            <a:srgbClr val="FBBF24"/>
          </a:solidFill>
          <a:ln xmlns:a="http://schemas.openxmlformats.org/drawingml/2006/main" w="0">
            <a:solidFill>
              <a:srgbClr val="FBBF24"/>
            </a:solidFill>
            <a:prstDash val="solid"/>
          </a:ln>
        </p:spPr>
      </p:sp>
      <p:sp>
        <p:nvSpPr>
          <p:cNvPr id="24" name="">
            <a:extLst xmlns:a="http://schemas.openxmlformats.org/drawingml/2006/main">
              <a:ext uri="{FF2B5EF4-FFF2-40B4-BE49-F238E27FC236}">
                <a16:creationId xmlns:a16="http://schemas.microsoft.com/office/drawing/2014/main" id="{950E579E-D7E3-49CF-98A3-1BCA8D9E375B}"/>
              </a:ext>
            </a:extLst>
          </p:cNvPr>
          <p:cNvSpPr>
            <a:spLocks xmlns:a="http://schemas.openxmlformats.org/drawingml/2006/main" noGrp="1"/>
          </p:cNvSpPr>
          <p:nvPr/>
        </p:nvSpPr>
        <p:spPr>
          <a:xfrm xmlns:a="http://schemas.openxmlformats.org/drawingml/2006/main">
            <a:off x="6238875" y="438531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i="0">
                <a:solidFill>
                  <a:srgbClr val="FBBF24"/>
                </a:solidFill>
              </a:defRPr>
            </a:defPPr>
            <a:lvl1pPr algn="ctr">
              <a:defRPr sz="1350" b="1" i="0">
                <a:solidFill>
                  <a:srgbClr val="FBBF24"/>
                </a:solidFill>
              </a:defRPr>
            </a:lvl1pPr>
            <a:lvl2pPr algn="ctr">
              <a:defRPr sz="1350" b="1" i="0">
                <a:solidFill>
                  <a:srgbClr val="FBBF24"/>
                </a:solidFill>
              </a:defRPr>
            </a:lvl2pPr>
            <a:lvl3pPr algn="ctr">
              <a:defRPr sz="1350" b="1" i="0">
                <a:solidFill>
                  <a:srgbClr val="FBBF24"/>
                </a:solidFill>
              </a:defRPr>
            </a:lvl3pPr>
            <a:lvl4pPr algn="ctr">
              <a:defRPr sz="1350" b="1" i="0">
                <a:solidFill>
                  <a:srgbClr val="FBBF24"/>
                </a:solidFill>
              </a:defRPr>
            </a:lvl4pPr>
            <a:lvl5pPr algn="ctr">
              <a:defRPr sz="1350" b="1" i="0">
                <a:solidFill>
                  <a:srgbClr val="FBBF24"/>
                </a:solidFill>
              </a:defRPr>
            </a:lvl5pPr>
            <a:lvl6pPr algn="ctr">
              <a:defRPr sz="1350" b="1" i="0">
                <a:solidFill>
                  <a:srgbClr val="FBBF24"/>
                </a:solidFill>
              </a:defRPr>
            </a:lvl6pPr>
            <a:lvl7pPr algn="ctr">
              <a:defRPr sz="1350" b="1" i="0">
                <a:solidFill>
                  <a:srgbClr val="FBBF24"/>
                </a:solidFill>
              </a:defRPr>
            </a:lvl7pPr>
            <a:lvl8pPr algn="ctr">
              <a:defRPr sz="1350" b="1" i="0">
                <a:solidFill>
                  <a:srgbClr val="FBBF24"/>
                </a:solidFill>
              </a:defRPr>
            </a:lvl8pPr>
            <a:lvl9pPr algn="ctr">
              <a:defRPr sz="1350" b="1" i="0">
                <a:solidFill>
                  <a:srgbClr val="FBBF24"/>
                </a:solidFill>
              </a:defRPr>
            </a:lvl9pPr>
          </a:lstStyle>
          <a:p xmlns:a="http://schemas.openxmlformats.org/drawingml/2006/main">
            <a:pPr algn="ctr">
              <a:defRPr sz="1350" b="1" i="0">
                <a:solidFill>
                  <a:srgbClr val="FBBF24"/>
                </a:solidFill>
              </a:defRPr>
            </a:pPr>
            <a:r>
              <a:rPr sz="1350" b="1" i="0">
                <a:solidFill>
                  <a:srgbClr val="FBBF24"/>
                </a:solidFill>
              </a:rPr>
              <a:t>6</a:t>
            </a:r>
          </a:p>
        </p:txBody>
      </p:sp>
      <p:sp>
        <p:nvSpPr>
          <p:cNvPr id="25" name="">
            <a:extLst xmlns:a="http://schemas.openxmlformats.org/drawingml/2006/main">
              <a:ext uri="{FF2B5EF4-FFF2-40B4-BE49-F238E27FC236}">
                <a16:creationId xmlns:a16="http://schemas.microsoft.com/office/drawing/2014/main" id="{030B095E-2D71-4CC1-BD0F-BF52E417AFE6}"/>
              </a:ext>
            </a:extLst>
          </p:cNvPr>
          <p:cNvSpPr>
            <a:spLocks xmlns:a="http://schemas.openxmlformats.org/drawingml/2006/main" noGrp="1"/>
          </p:cNvSpPr>
          <p:nvPr/>
        </p:nvSpPr>
        <p:spPr>
          <a:xfrm xmlns:a="http://schemas.openxmlformats.org/drawingml/2006/main">
            <a:off x="5953125" y="571500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i="0">
                <a:solidFill>
                  <a:srgbClr val="9AAAC0"/>
                </a:solidFill>
              </a:defRPr>
            </a:defPPr>
            <a:lvl1pPr algn="ctr">
              <a:defRPr sz="1050" b="0" i="0">
                <a:solidFill>
                  <a:srgbClr val="9AAAC0"/>
                </a:solidFill>
              </a:defRPr>
            </a:lvl1pPr>
            <a:lvl2pPr algn="ctr">
              <a:defRPr sz="1050" b="0" i="0">
                <a:solidFill>
                  <a:srgbClr val="9AAAC0"/>
                </a:solidFill>
              </a:defRPr>
            </a:lvl2pPr>
            <a:lvl3pPr algn="ctr">
              <a:defRPr sz="1050" b="0" i="0">
                <a:solidFill>
                  <a:srgbClr val="9AAAC0"/>
                </a:solidFill>
              </a:defRPr>
            </a:lvl3pPr>
            <a:lvl4pPr algn="ctr">
              <a:defRPr sz="1050" b="0" i="0">
                <a:solidFill>
                  <a:srgbClr val="9AAAC0"/>
                </a:solidFill>
              </a:defRPr>
            </a:lvl4pPr>
            <a:lvl5pPr algn="ctr">
              <a:defRPr sz="1050" b="0" i="0">
                <a:solidFill>
                  <a:srgbClr val="9AAAC0"/>
                </a:solidFill>
              </a:defRPr>
            </a:lvl5pPr>
            <a:lvl6pPr algn="ctr">
              <a:defRPr sz="1050" b="0" i="0">
                <a:solidFill>
                  <a:srgbClr val="9AAAC0"/>
                </a:solidFill>
              </a:defRPr>
            </a:lvl6pPr>
            <a:lvl7pPr algn="ctr">
              <a:defRPr sz="1050" b="0" i="0">
                <a:solidFill>
                  <a:srgbClr val="9AAAC0"/>
                </a:solidFill>
              </a:defRPr>
            </a:lvl7pPr>
            <a:lvl8pPr algn="ctr">
              <a:defRPr sz="1050" b="0" i="0">
                <a:solidFill>
                  <a:srgbClr val="9AAAC0"/>
                </a:solidFill>
              </a:defRPr>
            </a:lvl8pPr>
            <a:lvl9pPr algn="ctr">
              <a:defRPr sz="1050" b="0" i="0">
                <a:solidFill>
                  <a:srgbClr val="9AAAC0"/>
                </a:solidFill>
              </a:defRPr>
            </a:lvl9pPr>
          </a:lstStyle>
          <a:p xmlns:a="http://schemas.openxmlformats.org/drawingml/2006/main">
            <a:pPr algn="ctr">
              <a:defRPr sz="1050" b="0" i="0">
                <a:solidFill>
                  <a:srgbClr val="9AAAC0"/>
                </a:solidFill>
              </a:defRPr>
            </a:pPr>
            <a:r>
              <a:rPr sz="1050" b="0" i="0">
                <a:solidFill>
                  <a:srgbClr val="9AAAC0"/>
                </a:solidFill>
              </a:rPr>
              <a:t>Insufficient evidence</a:t>
            </a:r>
          </a:p>
        </p:txBody>
      </p:sp>
      <p:sp>
        <p:nvSpPr>
          <p:cNvPr id="26" name="">
            <a:extLst xmlns:a="http://schemas.openxmlformats.org/drawingml/2006/main">
              <a:ext uri="{FF2B5EF4-FFF2-40B4-BE49-F238E27FC236}">
                <a16:creationId xmlns:a16="http://schemas.microsoft.com/office/drawing/2014/main" id="{9699E59E-0861-4393-BD80-9AE87C7944FE}"/>
              </a:ext>
            </a:extLst>
          </p:cNvPr>
          <p:cNvSpPr>
            <a:spLocks xmlns:a="http://schemas.openxmlformats.org/drawingml/2006/main" noGrp="1"/>
          </p:cNvSpPr>
          <p:nvPr/>
        </p:nvSpPr>
        <p:spPr>
          <a:xfrm xmlns:a="http://schemas.openxmlformats.org/drawingml/2006/main">
            <a:off x="8096250" y="1714500"/>
            <a:ext cx="3143250" cy="3619500"/>
          </a:xfrm>
          <a:prstGeom xmlns:a="http://schemas.openxmlformats.org/drawingml/2006/main" prst="roundRect">
            <a:avLst>
              <a:gd name="adj" fmla="val 4848"/>
            </a:avLst>
          </a:prstGeom>
          <a:solidFill xmlns:a="http://schemas.openxmlformats.org/drawingml/2006/main">
            <a:srgbClr val="0F1C2E"/>
          </a:solidFill>
          <a:ln xmlns:a="http://schemas.openxmlformats.org/drawingml/2006/main" w="9525">
            <a:solidFill>
              <a:srgbClr val="26364D"/>
            </a:solidFill>
            <a:prstDash val="solid"/>
          </a:ln>
        </p:spPr>
      </p:sp>
      <p:sp>
        <p:nvSpPr>
          <p:cNvPr id="27" name="">
            <a:extLst xmlns:a="http://schemas.openxmlformats.org/drawingml/2006/main">
              <a:ext uri="{FF2B5EF4-FFF2-40B4-BE49-F238E27FC236}">
                <a16:creationId xmlns:a16="http://schemas.microsoft.com/office/drawing/2014/main" id="{0F0EEA1D-1AB6-4BA7-BBE8-7F512A86CAB6}"/>
              </a:ext>
            </a:extLst>
          </p:cNvPr>
          <p:cNvSpPr>
            <a:spLocks xmlns:a="http://schemas.openxmlformats.org/drawingml/2006/main" noGrp="1"/>
          </p:cNvSpPr>
          <p:nvPr/>
        </p:nvSpPr>
        <p:spPr>
          <a:xfrm xmlns:a="http://schemas.openxmlformats.org/drawingml/2006/main">
            <a:off x="8572500" y="2047875"/>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4050" b="1" i="0">
                <a:solidFill>
                  <a:srgbClr val="34D399"/>
                </a:solidFill>
              </a:defRPr>
            </a:defPPr>
            <a:lvl1pPr algn="ctr">
              <a:defRPr sz="4050" b="1" i="0">
                <a:solidFill>
                  <a:srgbClr val="34D399"/>
                </a:solidFill>
              </a:defRPr>
            </a:lvl1pPr>
            <a:lvl2pPr algn="ctr">
              <a:defRPr sz="4050" b="1" i="0">
                <a:solidFill>
                  <a:srgbClr val="34D399"/>
                </a:solidFill>
              </a:defRPr>
            </a:lvl2pPr>
            <a:lvl3pPr algn="ctr">
              <a:defRPr sz="4050" b="1" i="0">
                <a:solidFill>
                  <a:srgbClr val="34D399"/>
                </a:solidFill>
              </a:defRPr>
            </a:lvl3pPr>
            <a:lvl4pPr algn="ctr">
              <a:defRPr sz="4050" b="1" i="0">
                <a:solidFill>
                  <a:srgbClr val="34D399"/>
                </a:solidFill>
              </a:defRPr>
            </a:lvl4pPr>
            <a:lvl5pPr algn="ctr">
              <a:defRPr sz="4050" b="1" i="0">
                <a:solidFill>
                  <a:srgbClr val="34D399"/>
                </a:solidFill>
              </a:defRPr>
            </a:lvl5pPr>
            <a:lvl6pPr algn="ctr">
              <a:defRPr sz="4050" b="1" i="0">
                <a:solidFill>
                  <a:srgbClr val="34D399"/>
                </a:solidFill>
              </a:defRPr>
            </a:lvl6pPr>
            <a:lvl7pPr algn="ctr">
              <a:defRPr sz="4050" b="1" i="0">
                <a:solidFill>
                  <a:srgbClr val="34D399"/>
                </a:solidFill>
              </a:defRPr>
            </a:lvl7pPr>
            <a:lvl8pPr algn="ctr">
              <a:defRPr sz="4050" b="1" i="0">
                <a:solidFill>
                  <a:srgbClr val="34D399"/>
                </a:solidFill>
              </a:defRPr>
            </a:lvl8pPr>
            <a:lvl9pPr algn="ctr">
              <a:defRPr sz="4050" b="1" i="0">
                <a:solidFill>
                  <a:srgbClr val="34D399"/>
                </a:solidFill>
              </a:defRPr>
            </a:lvl9pPr>
          </a:lstStyle>
          <a:p xmlns:a="http://schemas.openxmlformats.org/drawingml/2006/main">
            <a:pPr algn="ctr">
              <a:defRPr sz="4050" b="1" i="0">
                <a:solidFill>
                  <a:srgbClr val="34D399"/>
                </a:solidFill>
              </a:defRPr>
            </a:pPr>
            <a:r>
              <a:rPr sz="4050" b="1" i="0">
                <a:solidFill>
                  <a:srgbClr val="34D399"/>
                </a:solidFill>
              </a:rPr>
              <a:t>21</a:t>
            </a:r>
          </a:p>
        </p:txBody>
      </p:sp>
      <p:sp>
        <p:nvSpPr>
          <p:cNvPr id="28" name="">
            <a:extLst xmlns:a="http://schemas.openxmlformats.org/drawingml/2006/main">
              <a:ext uri="{FF2B5EF4-FFF2-40B4-BE49-F238E27FC236}">
                <a16:creationId xmlns:a16="http://schemas.microsoft.com/office/drawing/2014/main" id="{ABEA1E0C-923F-490A-B24A-0277549DB368}"/>
              </a:ext>
            </a:extLst>
          </p:cNvPr>
          <p:cNvSpPr>
            <a:spLocks xmlns:a="http://schemas.openxmlformats.org/drawingml/2006/main" noGrp="1"/>
          </p:cNvSpPr>
          <p:nvPr/>
        </p:nvSpPr>
        <p:spPr>
          <a:xfrm xmlns:a="http://schemas.openxmlformats.org/drawingml/2006/main">
            <a:off x="8572500" y="26860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i="0">
                <a:solidFill>
                  <a:srgbClr val="9AAAC0"/>
                </a:solidFill>
              </a:defRPr>
            </a:defPPr>
            <a:lvl1pPr algn="ctr">
              <a:defRPr sz="1350" b="0" i="0">
                <a:solidFill>
                  <a:srgbClr val="9AAAC0"/>
                </a:solidFill>
              </a:defRPr>
            </a:lvl1pPr>
            <a:lvl2pPr algn="ctr">
              <a:defRPr sz="1350" b="0" i="0">
                <a:solidFill>
                  <a:srgbClr val="9AAAC0"/>
                </a:solidFill>
              </a:defRPr>
            </a:lvl2pPr>
            <a:lvl3pPr algn="ctr">
              <a:defRPr sz="1350" b="0" i="0">
                <a:solidFill>
                  <a:srgbClr val="9AAAC0"/>
                </a:solidFill>
              </a:defRPr>
            </a:lvl3pPr>
            <a:lvl4pPr algn="ctr">
              <a:defRPr sz="1350" b="0" i="0">
                <a:solidFill>
                  <a:srgbClr val="9AAAC0"/>
                </a:solidFill>
              </a:defRPr>
            </a:lvl4pPr>
            <a:lvl5pPr algn="ctr">
              <a:defRPr sz="1350" b="0" i="0">
                <a:solidFill>
                  <a:srgbClr val="9AAAC0"/>
                </a:solidFill>
              </a:defRPr>
            </a:lvl5pPr>
            <a:lvl6pPr algn="ctr">
              <a:defRPr sz="1350" b="0" i="0">
                <a:solidFill>
                  <a:srgbClr val="9AAAC0"/>
                </a:solidFill>
              </a:defRPr>
            </a:lvl6pPr>
            <a:lvl7pPr algn="ctr">
              <a:defRPr sz="1350" b="0" i="0">
                <a:solidFill>
                  <a:srgbClr val="9AAAC0"/>
                </a:solidFill>
              </a:defRPr>
            </a:lvl7pPr>
            <a:lvl8pPr algn="ctr">
              <a:defRPr sz="1350" b="0" i="0">
                <a:solidFill>
                  <a:srgbClr val="9AAAC0"/>
                </a:solidFill>
              </a:defRPr>
            </a:lvl8pPr>
            <a:lvl9pPr algn="ctr">
              <a:defRPr sz="1350" b="0" i="0">
                <a:solidFill>
                  <a:srgbClr val="9AAAC0"/>
                </a:solidFill>
              </a:defRPr>
            </a:lvl9pPr>
          </a:lstStyle>
          <a:p xmlns:a="http://schemas.openxmlformats.org/drawingml/2006/main">
            <a:pPr algn="ctr">
              <a:defRPr sz="1350" b="0" i="0">
                <a:solidFill>
                  <a:srgbClr val="9AAAC0"/>
                </a:solidFill>
              </a:defRPr>
            </a:pPr>
            <a:r>
              <a:rPr sz="1350" b="0" i="0">
                <a:solidFill>
                  <a:srgbClr val="9AAAC0"/>
                </a:solidFill>
              </a:rPr>
              <a:t>No disclosure gap detected</a:t>
            </a:r>
          </a:p>
        </p:txBody>
      </p:sp>
      <p:sp>
        <p:nvSpPr>
          <p:cNvPr id="29" name="">
            <a:extLst xmlns:a="http://schemas.openxmlformats.org/drawingml/2006/main">
              <a:ext uri="{FF2B5EF4-FFF2-40B4-BE49-F238E27FC236}">
                <a16:creationId xmlns:a16="http://schemas.microsoft.com/office/drawing/2014/main" id="{E018ED70-4B95-4856-85BE-4D800913E99C}"/>
              </a:ext>
            </a:extLst>
          </p:cNvPr>
          <p:cNvSpPr>
            <a:spLocks xmlns:a="http://schemas.openxmlformats.org/drawingml/2006/main" noGrp="1"/>
          </p:cNvSpPr>
          <p:nvPr/>
        </p:nvSpPr>
        <p:spPr>
          <a:xfrm xmlns:a="http://schemas.openxmlformats.org/drawingml/2006/main">
            <a:off x="8572500" y="3381375"/>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000" b="1" i="0">
                <a:solidFill>
                  <a:srgbClr val="FB7185"/>
                </a:solidFill>
              </a:defRPr>
            </a:defPPr>
            <a:lvl1pPr algn="ctr">
              <a:defRPr sz="3000" b="1" i="0">
                <a:solidFill>
                  <a:srgbClr val="FB7185"/>
                </a:solidFill>
              </a:defRPr>
            </a:lvl1pPr>
            <a:lvl2pPr algn="ctr">
              <a:defRPr sz="3000" b="1" i="0">
                <a:solidFill>
                  <a:srgbClr val="FB7185"/>
                </a:solidFill>
              </a:defRPr>
            </a:lvl2pPr>
            <a:lvl3pPr algn="ctr">
              <a:defRPr sz="3000" b="1" i="0">
                <a:solidFill>
                  <a:srgbClr val="FB7185"/>
                </a:solidFill>
              </a:defRPr>
            </a:lvl3pPr>
            <a:lvl4pPr algn="ctr">
              <a:defRPr sz="3000" b="1" i="0">
                <a:solidFill>
                  <a:srgbClr val="FB7185"/>
                </a:solidFill>
              </a:defRPr>
            </a:lvl4pPr>
            <a:lvl5pPr algn="ctr">
              <a:defRPr sz="3000" b="1" i="0">
                <a:solidFill>
                  <a:srgbClr val="FB7185"/>
                </a:solidFill>
              </a:defRPr>
            </a:lvl5pPr>
            <a:lvl6pPr algn="ctr">
              <a:defRPr sz="3000" b="1" i="0">
                <a:solidFill>
                  <a:srgbClr val="FB7185"/>
                </a:solidFill>
              </a:defRPr>
            </a:lvl6pPr>
            <a:lvl7pPr algn="ctr">
              <a:defRPr sz="3000" b="1" i="0">
                <a:solidFill>
                  <a:srgbClr val="FB7185"/>
                </a:solidFill>
              </a:defRPr>
            </a:lvl7pPr>
            <a:lvl8pPr algn="ctr">
              <a:defRPr sz="3000" b="1" i="0">
                <a:solidFill>
                  <a:srgbClr val="FB7185"/>
                </a:solidFill>
              </a:defRPr>
            </a:lvl8pPr>
            <a:lvl9pPr algn="ctr">
              <a:defRPr sz="3000" b="1" i="0">
                <a:solidFill>
                  <a:srgbClr val="FB7185"/>
                </a:solidFill>
              </a:defRPr>
            </a:lvl9pPr>
          </a:lstStyle>
          <a:p xmlns:a="http://schemas.openxmlformats.org/drawingml/2006/main">
            <a:pPr algn="ctr">
              <a:defRPr sz="3000" b="1" i="0">
                <a:solidFill>
                  <a:srgbClr val="FB7185"/>
                </a:solidFill>
              </a:defRPr>
            </a:pPr>
            <a:r>
              <a:rPr sz="3000" b="1" i="0">
                <a:solidFill>
                  <a:srgbClr val="FB7185"/>
                </a:solidFill>
              </a:rPr>
              <a:t>3</a:t>
            </a:r>
          </a:p>
        </p:txBody>
      </p:sp>
      <p:sp>
        <p:nvSpPr>
          <p:cNvPr id="30" name="">
            <a:extLst xmlns:a="http://schemas.openxmlformats.org/drawingml/2006/main">
              <a:ext uri="{FF2B5EF4-FFF2-40B4-BE49-F238E27FC236}">
                <a16:creationId xmlns:a16="http://schemas.microsoft.com/office/drawing/2014/main" id="{E73E5C75-8647-43D9-BD19-179BE05C69B3}"/>
              </a:ext>
            </a:extLst>
          </p:cNvPr>
          <p:cNvSpPr>
            <a:spLocks xmlns:a="http://schemas.openxmlformats.org/drawingml/2006/main" noGrp="1"/>
          </p:cNvSpPr>
          <p:nvPr/>
        </p:nvSpPr>
        <p:spPr>
          <a:xfrm xmlns:a="http://schemas.openxmlformats.org/drawingml/2006/main">
            <a:off x="8429625" y="3905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i="0">
                <a:solidFill>
                  <a:srgbClr val="9AAAC0"/>
                </a:solidFill>
              </a:defRPr>
            </a:defPPr>
            <a:lvl1pPr algn="ctr">
              <a:defRPr sz="1125" b="0" i="0">
                <a:solidFill>
                  <a:srgbClr val="9AAAC0"/>
                </a:solidFill>
              </a:defRPr>
            </a:lvl1pPr>
            <a:lvl2pPr algn="ctr">
              <a:defRPr sz="1125" b="0" i="0">
                <a:solidFill>
                  <a:srgbClr val="9AAAC0"/>
                </a:solidFill>
              </a:defRPr>
            </a:lvl2pPr>
            <a:lvl3pPr algn="ctr">
              <a:defRPr sz="1125" b="0" i="0">
                <a:solidFill>
                  <a:srgbClr val="9AAAC0"/>
                </a:solidFill>
              </a:defRPr>
            </a:lvl3pPr>
            <a:lvl4pPr algn="ctr">
              <a:defRPr sz="1125" b="0" i="0">
                <a:solidFill>
                  <a:srgbClr val="9AAAC0"/>
                </a:solidFill>
              </a:defRPr>
            </a:lvl4pPr>
            <a:lvl5pPr algn="ctr">
              <a:defRPr sz="1125" b="0" i="0">
                <a:solidFill>
                  <a:srgbClr val="9AAAC0"/>
                </a:solidFill>
              </a:defRPr>
            </a:lvl5pPr>
            <a:lvl6pPr algn="ctr">
              <a:defRPr sz="1125" b="0" i="0">
                <a:solidFill>
                  <a:srgbClr val="9AAAC0"/>
                </a:solidFill>
              </a:defRPr>
            </a:lvl6pPr>
            <a:lvl7pPr algn="ctr">
              <a:defRPr sz="1125" b="0" i="0">
                <a:solidFill>
                  <a:srgbClr val="9AAAC0"/>
                </a:solidFill>
              </a:defRPr>
            </a:lvl7pPr>
            <a:lvl8pPr algn="ctr">
              <a:defRPr sz="1125" b="0" i="0">
                <a:solidFill>
                  <a:srgbClr val="9AAAC0"/>
                </a:solidFill>
              </a:defRPr>
            </a:lvl8pPr>
            <a:lvl9pPr algn="ctr">
              <a:defRPr sz="1125" b="0" i="0">
                <a:solidFill>
                  <a:srgbClr val="9AAAC0"/>
                </a:solidFill>
              </a:defRPr>
            </a:lvl9pPr>
          </a:lstStyle>
          <a:p xmlns:a="http://schemas.openxmlformats.org/drawingml/2006/main">
            <a:pPr algn="ctr">
              <a:defRPr sz="1125" b="0" i="0">
                <a:solidFill>
                  <a:srgbClr val="9AAAC0"/>
                </a:solidFill>
              </a:defRPr>
            </a:pPr>
            <a:r>
              <a:rPr sz="1125" b="0" i="0">
                <a:solidFill>
                  <a:srgbClr val="9AAAC0"/>
                </a:solidFill>
              </a:rPr>
              <a:t>Policy gap</a:t>
            </a:r>
          </a:p>
        </p:txBody>
      </p:sp>
      <p:sp>
        <p:nvSpPr>
          <p:cNvPr id="31" name="">
            <a:extLst xmlns:a="http://schemas.openxmlformats.org/drawingml/2006/main">
              <a:ext uri="{FF2B5EF4-FFF2-40B4-BE49-F238E27FC236}">
                <a16:creationId xmlns:a16="http://schemas.microsoft.com/office/drawing/2014/main" id="{55CB0A96-AD6F-4B63-98B7-5D9B1902AD01}"/>
              </a:ext>
            </a:extLst>
          </p:cNvPr>
          <p:cNvSpPr>
            <a:spLocks xmlns:a="http://schemas.openxmlformats.org/drawingml/2006/main" noGrp="1"/>
          </p:cNvSpPr>
          <p:nvPr/>
        </p:nvSpPr>
        <p:spPr>
          <a:xfrm xmlns:a="http://schemas.openxmlformats.org/drawingml/2006/main">
            <a:off x="9810750" y="3381375"/>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000" b="1" i="0">
                <a:solidFill>
                  <a:srgbClr val="FBBF24"/>
                </a:solidFill>
              </a:defRPr>
            </a:defPPr>
            <a:lvl1pPr algn="ctr">
              <a:defRPr sz="3000" b="1" i="0">
                <a:solidFill>
                  <a:srgbClr val="FBBF24"/>
                </a:solidFill>
              </a:defRPr>
            </a:lvl1pPr>
            <a:lvl2pPr algn="ctr">
              <a:defRPr sz="3000" b="1" i="0">
                <a:solidFill>
                  <a:srgbClr val="FBBF24"/>
                </a:solidFill>
              </a:defRPr>
            </a:lvl2pPr>
            <a:lvl3pPr algn="ctr">
              <a:defRPr sz="3000" b="1" i="0">
                <a:solidFill>
                  <a:srgbClr val="FBBF24"/>
                </a:solidFill>
              </a:defRPr>
            </a:lvl3pPr>
            <a:lvl4pPr algn="ctr">
              <a:defRPr sz="3000" b="1" i="0">
                <a:solidFill>
                  <a:srgbClr val="FBBF24"/>
                </a:solidFill>
              </a:defRPr>
            </a:lvl4pPr>
            <a:lvl5pPr algn="ctr">
              <a:defRPr sz="3000" b="1" i="0">
                <a:solidFill>
                  <a:srgbClr val="FBBF24"/>
                </a:solidFill>
              </a:defRPr>
            </a:lvl5pPr>
            <a:lvl6pPr algn="ctr">
              <a:defRPr sz="3000" b="1" i="0">
                <a:solidFill>
                  <a:srgbClr val="FBBF24"/>
                </a:solidFill>
              </a:defRPr>
            </a:lvl6pPr>
            <a:lvl7pPr algn="ctr">
              <a:defRPr sz="3000" b="1" i="0">
                <a:solidFill>
                  <a:srgbClr val="FBBF24"/>
                </a:solidFill>
              </a:defRPr>
            </a:lvl7pPr>
            <a:lvl8pPr algn="ctr">
              <a:defRPr sz="3000" b="1" i="0">
                <a:solidFill>
                  <a:srgbClr val="FBBF24"/>
                </a:solidFill>
              </a:defRPr>
            </a:lvl8pPr>
            <a:lvl9pPr algn="ctr">
              <a:defRPr sz="3000" b="1" i="0">
                <a:solidFill>
                  <a:srgbClr val="FBBF24"/>
                </a:solidFill>
              </a:defRPr>
            </a:lvl9pPr>
          </a:lstStyle>
          <a:p xmlns:a="http://schemas.openxmlformats.org/drawingml/2006/main">
            <a:pPr algn="ctr">
              <a:defRPr sz="3000" b="1" i="0">
                <a:solidFill>
                  <a:srgbClr val="FBBF24"/>
                </a:solidFill>
              </a:defRPr>
            </a:pPr>
            <a:r>
              <a:rPr sz="3000" b="1" i="0">
                <a:solidFill>
                  <a:srgbClr val="FBBF24"/>
                </a:solidFill>
              </a:rPr>
              <a:t>6</a:t>
            </a:r>
          </a:p>
        </p:txBody>
      </p:sp>
      <p:sp>
        <p:nvSpPr>
          <p:cNvPr id="32" name="">
            <a:extLst xmlns:a="http://schemas.openxmlformats.org/drawingml/2006/main">
              <a:ext uri="{FF2B5EF4-FFF2-40B4-BE49-F238E27FC236}">
                <a16:creationId xmlns:a16="http://schemas.microsoft.com/office/drawing/2014/main" id="{241F88FE-08F0-4890-B9D5-C4D49E6963DB}"/>
              </a:ext>
            </a:extLst>
          </p:cNvPr>
          <p:cNvSpPr>
            <a:spLocks xmlns:a="http://schemas.openxmlformats.org/drawingml/2006/main" noGrp="1"/>
          </p:cNvSpPr>
          <p:nvPr/>
        </p:nvSpPr>
        <p:spPr>
          <a:xfrm xmlns:a="http://schemas.openxmlformats.org/drawingml/2006/main">
            <a:off x="9667875" y="3905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i="0">
                <a:solidFill>
                  <a:srgbClr val="9AAAC0"/>
                </a:solidFill>
              </a:defRPr>
            </a:defPPr>
            <a:lvl1pPr algn="ctr">
              <a:defRPr sz="1125" b="0" i="0">
                <a:solidFill>
                  <a:srgbClr val="9AAAC0"/>
                </a:solidFill>
              </a:defRPr>
            </a:lvl1pPr>
            <a:lvl2pPr algn="ctr">
              <a:defRPr sz="1125" b="0" i="0">
                <a:solidFill>
                  <a:srgbClr val="9AAAC0"/>
                </a:solidFill>
              </a:defRPr>
            </a:lvl2pPr>
            <a:lvl3pPr algn="ctr">
              <a:defRPr sz="1125" b="0" i="0">
                <a:solidFill>
                  <a:srgbClr val="9AAAC0"/>
                </a:solidFill>
              </a:defRPr>
            </a:lvl3pPr>
            <a:lvl4pPr algn="ctr">
              <a:defRPr sz="1125" b="0" i="0">
                <a:solidFill>
                  <a:srgbClr val="9AAAC0"/>
                </a:solidFill>
              </a:defRPr>
            </a:lvl4pPr>
            <a:lvl5pPr algn="ctr">
              <a:defRPr sz="1125" b="0" i="0">
                <a:solidFill>
                  <a:srgbClr val="9AAAC0"/>
                </a:solidFill>
              </a:defRPr>
            </a:lvl5pPr>
            <a:lvl6pPr algn="ctr">
              <a:defRPr sz="1125" b="0" i="0">
                <a:solidFill>
                  <a:srgbClr val="9AAAC0"/>
                </a:solidFill>
              </a:defRPr>
            </a:lvl6pPr>
            <a:lvl7pPr algn="ctr">
              <a:defRPr sz="1125" b="0" i="0">
                <a:solidFill>
                  <a:srgbClr val="9AAAC0"/>
                </a:solidFill>
              </a:defRPr>
            </a:lvl7pPr>
            <a:lvl8pPr algn="ctr">
              <a:defRPr sz="1125" b="0" i="0">
                <a:solidFill>
                  <a:srgbClr val="9AAAC0"/>
                </a:solidFill>
              </a:defRPr>
            </a:lvl8pPr>
            <a:lvl9pPr algn="ctr">
              <a:defRPr sz="1125" b="0" i="0">
                <a:solidFill>
                  <a:srgbClr val="9AAAC0"/>
                </a:solidFill>
              </a:defRPr>
            </a:lvl9pPr>
          </a:lstStyle>
          <a:p xmlns:a="http://schemas.openxmlformats.org/drawingml/2006/main">
            <a:pPr algn="ctr">
              <a:defRPr sz="1125" b="0" i="0">
                <a:solidFill>
                  <a:srgbClr val="9AAAC0"/>
                </a:solidFill>
              </a:defRPr>
            </a:pPr>
            <a:r>
              <a:rPr sz="1125" b="0" i="0">
                <a:solidFill>
                  <a:srgbClr val="9AAAC0"/>
                </a:solidFill>
              </a:rPr>
              <a:t>Insufficient</a:t>
            </a:r>
          </a:p>
        </p:txBody>
      </p:sp>
      <p:sp>
        <p:nvSpPr>
          <p:cNvPr id="33" name="">
            <a:extLst xmlns:a="http://schemas.openxmlformats.org/drawingml/2006/main">
              <a:ext uri="{FF2B5EF4-FFF2-40B4-BE49-F238E27FC236}">
                <a16:creationId xmlns:a16="http://schemas.microsoft.com/office/drawing/2014/main" id="{9AA49ED2-1E8C-4D6B-8200-EABFEEC10CC0}"/>
              </a:ext>
            </a:extLst>
          </p:cNvPr>
          <p:cNvSpPr>
            <a:spLocks xmlns:a="http://schemas.openxmlformats.org/drawingml/2006/main" noGrp="1"/>
          </p:cNvSpPr>
          <p:nvPr/>
        </p:nvSpPr>
        <p:spPr>
          <a:xfrm xmlns:a="http://schemas.openxmlformats.org/drawingml/2006/main">
            <a:off x="8334375" y="452437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i="0">
                <a:solidFill>
                  <a:srgbClr val="F8FAFC"/>
                </a:solidFill>
              </a:defRPr>
            </a:defPPr>
            <a:lvl1pPr algn="ctr">
              <a:defRPr sz="1200" b="0" i="0">
                <a:solidFill>
                  <a:srgbClr val="F8FAFC"/>
                </a:solidFill>
              </a:defRPr>
            </a:lvl1pPr>
            <a:lvl2pPr algn="ctr">
              <a:defRPr sz="1200" b="0" i="0">
                <a:solidFill>
                  <a:srgbClr val="F8FAFC"/>
                </a:solidFill>
              </a:defRPr>
            </a:lvl2pPr>
            <a:lvl3pPr algn="ctr">
              <a:defRPr sz="1200" b="0" i="0">
                <a:solidFill>
                  <a:srgbClr val="F8FAFC"/>
                </a:solidFill>
              </a:defRPr>
            </a:lvl3pPr>
            <a:lvl4pPr algn="ctr">
              <a:defRPr sz="1200" b="0" i="0">
                <a:solidFill>
                  <a:srgbClr val="F8FAFC"/>
                </a:solidFill>
              </a:defRPr>
            </a:lvl4pPr>
            <a:lvl5pPr algn="ctr">
              <a:defRPr sz="1200" b="0" i="0">
                <a:solidFill>
                  <a:srgbClr val="F8FAFC"/>
                </a:solidFill>
              </a:defRPr>
            </a:lvl5pPr>
            <a:lvl6pPr algn="ctr">
              <a:defRPr sz="1200" b="0" i="0">
                <a:solidFill>
                  <a:srgbClr val="F8FAFC"/>
                </a:solidFill>
              </a:defRPr>
            </a:lvl6pPr>
            <a:lvl7pPr algn="ctr">
              <a:defRPr sz="1200" b="0" i="0">
                <a:solidFill>
                  <a:srgbClr val="F8FAFC"/>
                </a:solidFill>
              </a:defRPr>
            </a:lvl7pPr>
            <a:lvl8pPr algn="ctr">
              <a:defRPr sz="1200" b="0" i="0">
                <a:solidFill>
                  <a:srgbClr val="F8FAFC"/>
                </a:solidFill>
              </a:defRPr>
            </a:lvl8pPr>
            <a:lvl9pPr algn="ctr">
              <a:defRPr sz="1200" b="0" i="0">
                <a:solidFill>
                  <a:srgbClr val="F8FAFC"/>
                </a:solidFill>
              </a:defRPr>
            </a:lvl9pPr>
          </a:lstStyle>
          <a:p xmlns:a="http://schemas.openxmlformats.org/drawingml/2006/main">
            <a:pPr algn="ctr">
              <a:defRPr sz="1200" b="0" i="0">
                <a:solidFill>
                  <a:srgbClr val="F8FAFC"/>
                </a:solidFill>
              </a:defRPr>
            </a:pPr>
            <a:r>
              <a:rPr sz="1200" b="0" i="0">
                <a:solidFill>
                  <a:srgbClr val="F8FAFC"/>
                </a:solidFill>
              </a:rPr>
              <a:t>No disclosure gap does not mean the app is legally compliant or risk-free.</a:t>
            </a:r>
          </a:p>
        </p:txBody>
      </p:sp>
      <p:sp>
        <p:nvSpPr>
          <p:cNvPr id="34" name="">
            <a:extLst xmlns:a="http://schemas.openxmlformats.org/drawingml/2006/main">
              <a:ext uri="{FF2B5EF4-FFF2-40B4-BE49-F238E27FC236}">
                <a16:creationId xmlns:a16="http://schemas.microsoft.com/office/drawing/2014/main" id="{421FBFDC-2E23-465D-A571-9693DD7DD760}"/>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35" name="">
            <a:extLst xmlns:a="http://schemas.openxmlformats.org/drawingml/2006/main">
              <a:ext uri="{FF2B5EF4-FFF2-40B4-BE49-F238E27FC236}">
                <a16:creationId xmlns:a16="http://schemas.microsoft.com/office/drawing/2014/main" id="{3B78334B-F25A-407C-BB1A-137E62FA756D}"/>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302903451"/>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FA673F-E133-4026-AAF6-48899A095EDB}"/>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KEY FINDINGS</a:t>
            </a:r>
          </a:p>
        </p:txBody>
      </p:sp>
      <p:sp>
        <p:nvSpPr>
          <p:cNvPr id="2" name="">
            <a:extLst xmlns:a="http://schemas.openxmlformats.org/drawingml/2006/main">
              <a:ext uri="{FF2B5EF4-FFF2-40B4-BE49-F238E27FC236}">
                <a16:creationId xmlns:a16="http://schemas.microsoft.com/office/drawing/2014/main" id="{BE874E53-5C61-4526-9B7C-802CAA1A8749}"/>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Three defensible policy disclosure gaps</a:t>
            </a:r>
          </a:p>
        </p:txBody>
      </p:sp>
      <p:sp>
        <p:nvSpPr>
          <p:cNvPr id="3" name="">
            <a:extLst xmlns:a="http://schemas.openxmlformats.org/drawingml/2006/main">
              <a:ext uri="{FF2B5EF4-FFF2-40B4-BE49-F238E27FC236}">
                <a16:creationId xmlns:a16="http://schemas.microsoft.com/office/drawing/2014/main" id="{5AE71350-EDAA-4EBE-901A-E34FE1DF6B14}"/>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10</a:t>
            </a:r>
          </a:p>
        </p:txBody>
      </p:sp>
      <p:sp>
        <p:nvSpPr>
          <p:cNvPr id="4" name="">
            <a:extLst xmlns:a="http://schemas.openxmlformats.org/drawingml/2006/main">
              <a:ext uri="{FF2B5EF4-FFF2-40B4-BE49-F238E27FC236}">
                <a16:creationId xmlns:a16="http://schemas.microsoft.com/office/drawing/2014/main" id="{D84E229A-01BC-4257-88A6-9AC18B5AEBFC}"/>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graphicFrame>
        <p:nvGraphicFramePr>
          <p:cNvPr id="5" name="">
            <a:extLst xmlns:a="http://schemas.openxmlformats.org/drawingml/2006/main">
              <a:ext uri="{FF2B5EF4-FFF2-40B4-BE49-F238E27FC236}">
                <a16:creationId xmlns:a16="http://schemas.microsoft.com/office/drawing/2014/main" id="{20A31EAA-4106-4404-830E-BECE7DCFC4A5}"/>
              </a:ext>
            </a:extLst>
          </p:cNvPr>
          <p:cNvGraphicFramePr/>
          <p:nvPr/>
        </p:nvGraphicFramePr>
        <p:xfrm>
          <a:off xmlns:a="http://schemas.openxmlformats.org/drawingml/2006/main" x="714375" y="1714500"/>
          <a:ext xmlns:a="http://schemas.openxmlformats.org/drawingml/2006/main" cx="10763250" cy="3143250"/>
        </p:xfrm>
        <a:graphic xmlns:a="http://schemas.openxmlformats.org/drawingml/2006/main">
          <a:graphicData uri="http://schemas.openxmlformats.org/drawingml/2006/table">
            <a:tbl>
              <a:tblPr/>
              <a:tblGrid>
                <a:gridCol w="2000250"/>
                <a:gridCol w="2619375"/>
                <a:gridCol w="2476500"/>
                <a:gridCol w="3667125"/>
              </a:tblGrid>
              <a:tr h="785813">
                <a:tc>
                  <a:txBody>
                    <a:bodyPr/>
                    <a:lstStyle/>
                    <a:p>
                      <a:r>
                        <a:rPr sz="1200" b="1">
                          <a:solidFill>
                            <a:srgbClr val="22D3EE"/>
                          </a:solidFill>
                        </a:rPr>
                        <a:t>Application</a:t>
                      </a:r>
                    </a:p>
                  </a:txBody>
                  <a:tcPr marL="91440" marR="91440" marT="45720" marB="45720">
                    <a:lnL w="9525">
                      <a:solidFill>
                        <a:srgbClr val="26364D"/>
                      </a:solidFill>
                      <a:prstDash val="solid"/>
                    </a:lnL>
                    <a:lnR w="9525">
                      <a:solidFill>
                        <a:srgbClr val="26364D"/>
                      </a:solidFill>
                      <a:prstDash val="solid"/>
                    </a:lnR>
                    <a:lnT w="9525">
                      <a:solidFill>
                        <a:srgbClr val="26364D"/>
                      </a:solidFill>
                      <a:prstDash val="solid"/>
                    </a:lnT>
                    <a:lnB w="9525">
                      <a:solidFill>
                        <a:srgbClr val="26364D"/>
                      </a:solidFill>
                      <a:prstDash val="solid"/>
                    </a:lnB>
                    <a:solidFill>
                      <a:srgbClr val="12233A"/>
                    </a:solidFill>
                  </a:tcPr>
                </a:tc>
                <a:tc>
                  <a:txBody>
                    <a:bodyPr/>
                    <a:lstStyle/>
                    <a:p>
                      <a:r>
                        <a:rPr sz="1200" b="1">
                          <a:solidFill>
                            <a:srgbClr val="22D3EE"/>
                          </a:solidFill>
                        </a:rPr>
                        <a:t>Observed evidence</a:t>
                      </a:r>
                    </a:p>
                  </a:txBody>
                  <a:tcPr marL="91440" marR="91440" marT="45720" marB="45720">
                    <a:lnR w="9525">
                      <a:solidFill>
                        <a:srgbClr val="26364D"/>
                      </a:solidFill>
                      <a:prstDash val="solid"/>
                    </a:lnR>
                    <a:lnT w="9525">
                      <a:solidFill>
                        <a:srgbClr val="26364D"/>
                      </a:solidFill>
                      <a:prstDash val="solid"/>
                    </a:lnT>
                    <a:lnB w="9525">
                      <a:solidFill>
                        <a:srgbClr val="26364D"/>
                      </a:solidFill>
                      <a:prstDash val="solid"/>
                    </a:lnB>
                    <a:solidFill>
                      <a:srgbClr val="12233A"/>
                    </a:solidFill>
                  </a:tcPr>
                </a:tc>
                <a:tc>
                  <a:txBody>
                    <a:bodyPr/>
                    <a:lstStyle/>
                    <a:p>
                      <a:r>
                        <a:rPr sz="1200" b="1">
                          <a:solidFill>
                            <a:srgbClr val="22D3EE"/>
                          </a:solidFill>
                        </a:rPr>
                        <a:t>Policy comparison</a:t>
                      </a:r>
                    </a:p>
                  </a:txBody>
                  <a:tcPr marL="91440" marR="91440" marT="45720" marB="45720">
                    <a:lnR w="9525">
                      <a:solidFill>
                        <a:srgbClr val="26364D"/>
                      </a:solidFill>
                      <a:prstDash val="solid"/>
                    </a:lnR>
                    <a:lnT w="9525">
                      <a:solidFill>
                        <a:srgbClr val="26364D"/>
                      </a:solidFill>
                      <a:prstDash val="solid"/>
                    </a:lnT>
                    <a:lnB w="9525">
                      <a:solidFill>
                        <a:srgbClr val="26364D"/>
                      </a:solidFill>
                      <a:prstDash val="solid"/>
                    </a:lnB>
                    <a:solidFill>
                      <a:srgbClr val="12233A"/>
                    </a:solidFill>
                  </a:tcPr>
                </a:tc>
                <a:tc>
                  <a:txBody>
                    <a:bodyPr/>
                    <a:lstStyle/>
                    <a:p>
                      <a:r>
                        <a:rPr sz="1200" b="1">
                          <a:solidFill>
                            <a:srgbClr val="22D3EE"/>
                          </a:solidFill>
                        </a:rPr>
                        <a:t>Why it is reported</a:t>
                      </a:r>
                    </a:p>
                  </a:txBody>
                  <a:tcPr marL="91440" marR="91440" marT="45720" marB="45720">
                    <a:lnR w="9525">
                      <a:solidFill>
                        <a:srgbClr val="26364D"/>
                      </a:solidFill>
                      <a:prstDash val="solid"/>
                    </a:lnR>
                    <a:lnT w="9525">
                      <a:solidFill>
                        <a:srgbClr val="26364D"/>
                      </a:solidFill>
                      <a:prstDash val="solid"/>
                    </a:lnT>
                    <a:lnB w="9525">
                      <a:solidFill>
                        <a:srgbClr val="26364D"/>
                      </a:solidFill>
                      <a:prstDash val="solid"/>
                    </a:lnB>
                    <a:solidFill>
                      <a:srgbClr val="12233A"/>
                    </a:solidFill>
                  </a:tcPr>
                </a:tc>
              </a:tr>
              <a:tr h="785813">
                <a:tc>
                  <a:txBody>
                    <a:bodyPr/>
                    <a:lstStyle/>
                    <a:p>
                      <a:r>
                        <a:rPr sz="1125" b="1">
                          <a:solidFill>
                            <a:srgbClr val="F8FAFC"/>
                          </a:solidFill>
                        </a:rPr>
                        <a:t>Facebook</a:t>
                      </a:r>
                    </a:p>
                  </a:txBody>
                  <a:tcPr marL="91440" marR="91440" marT="45720" marB="45720">
                    <a:lnL w="9525">
                      <a:solidFill>
                        <a:srgbClr val="26364D"/>
                      </a:solidFill>
                      <a:prstDash val="solid"/>
                    </a:lnL>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Search Query</a:t>
                      </a:r>
                    </a:p>
                  </a:txBody>
                  <a:tcPr marL="91440" marR="91440" marT="45720" marB="45720">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Not in reviewed policy</a:t>
                      </a:r>
                    </a:p>
                  </a:txBody>
                  <a:tcPr marL="91440" marR="91440" marT="45720" marB="45720">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Search information was observed, but the reviewed policy representation did not cover it.</a:t>
                      </a:r>
                    </a:p>
                  </a:txBody>
                  <a:tcPr marL="91440" marR="91440" marT="45720" marB="45720">
                    <a:lnR w="9525">
                      <a:solidFill>
                        <a:srgbClr val="26364D"/>
                      </a:solidFill>
                      <a:prstDash val="solid"/>
                    </a:lnR>
                    <a:lnB w="9525">
                      <a:solidFill>
                        <a:srgbClr val="26364D"/>
                      </a:solidFill>
                      <a:prstDash val="solid"/>
                    </a:lnB>
                    <a:solidFill>
                      <a:srgbClr val="0F1C2E"/>
                    </a:solidFill>
                  </a:tcPr>
                </a:tc>
              </a:tr>
              <a:tr h="785813">
                <a:tc>
                  <a:txBody>
                    <a:bodyPr/>
                    <a:lstStyle/>
                    <a:p>
                      <a:r>
                        <a:rPr sz="1125" b="1">
                          <a:solidFill>
                            <a:srgbClr val="F8FAFC"/>
                          </a:solidFill>
                        </a:rPr>
                        <a:t>Meesho</a:t>
                      </a:r>
                    </a:p>
                  </a:txBody>
                  <a:tcPr marL="91440" marR="91440" marT="45720" marB="45720">
                    <a:lnL w="9525">
                      <a:solidFill>
                        <a:srgbClr val="26364D"/>
                      </a:solidFill>
                      <a:prstDash val="solid"/>
                    </a:lnL>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Installed Application List</a:t>
                      </a:r>
                    </a:p>
                  </a:txBody>
                  <a:tcPr marL="91440" marR="91440" marT="45720" marB="45720">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Not in reviewed policy</a:t>
                      </a:r>
                    </a:p>
                  </a:txBody>
                  <a:tcPr marL="91440" marR="91440" marT="45720" marB="45720">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Device Information was not treated as equivalent to the complete installed-app list.</a:t>
                      </a:r>
                    </a:p>
                  </a:txBody>
                  <a:tcPr marL="91440" marR="91440" marT="45720" marB="45720">
                    <a:lnR w="9525">
                      <a:solidFill>
                        <a:srgbClr val="26364D"/>
                      </a:solidFill>
                      <a:prstDash val="solid"/>
                    </a:lnR>
                    <a:lnB w="9525">
                      <a:solidFill>
                        <a:srgbClr val="26364D"/>
                      </a:solidFill>
                      <a:prstDash val="solid"/>
                    </a:lnB>
                    <a:solidFill>
                      <a:srgbClr val="0F1C2E"/>
                    </a:solidFill>
                  </a:tcPr>
                </a:tc>
              </a:tr>
              <a:tr h="785813">
                <a:tc>
                  <a:txBody>
                    <a:bodyPr/>
                    <a:lstStyle/>
                    <a:p>
                      <a:r>
                        <a:rPr sz="1125" b="1">
                          <a:solidFill>
                            <a:srgbClr val="F8FAFC"/>
                          </a:solidFill>
                        </a:rPr>
                        <a:t>Truecaller</a:t>
                      </a:r>
                    </a:p>
                  </a:txBody>
                  <a:tcPr marL="91440" marR="91440" marT="45720" marB="45720">
                    <a:lnL w="9525">
                      <a:solidFill>
                        <a:srgbClr val="26364D"/>
                      </a:solidFill>
                      <a:prstDash val="solid"/>
                    </a:lnL>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Search Query</a:t>
                      </a:r>
                    </a:p>
                  </a:txBody>
                  <a:tcPr marL="91440" marR="91440" marT="45720" marB="45720">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Not in reviewed policy</a:t>
                      </a:r>
                    </a:p>
                  </a:txBody>
                  <a:tcPr marL="91440" marR="91440" marT="45720" marB="45720">
                    <a:lnR w="9525">
                      <a:solidFill>
                        <a:srgbClr val="26364D"/>
                      </a:solidFill>
                      <a:prstDash val="solid"/>
                    </a:lnR>
                    <a:lnB w="9525">
                      <a:solidFill>
                        <a:srgbClr val="26364D"/>
                      </a:solidFill>
                      <a:prstDash val="solid"/>
                    </a:lnB>
                    <a:solidFill>
                      <a:srgbClr val="0F1C2E"/>
                    </a:solidFill>
                  </a:tcPr>
                </a:tc>
                <a:tc>
                  <a:txBody>
                    <a:bodyPr/>
                    <a:lstStyle/>
                    <a:p>
                      <a:r>
                        <a:rPr sz="1125" b="0">
                          <a:solidFill>
                            <a:srgbClr val="F8FAFC"/>
                          </a:solidFill>
                        </a:rPr>
                        <a:t>Search activity appeared in traffic but was absent from the reviewed policy representation.</a:t>
                      </a:r>
                    </a:p>
                  </a:txBody>
                  <a:tcPr marL="91440" marR="91440" marT="45720" marB="45720">
                    <a:lnR w="9525">
                      <a:solidFill>
                        <a:srgbClr val="26364D"/>
                      </a:solidFill>
                      <a:prstDash val="solid"/>
                    </a:lnR>
                    <a:lnB w="9525">
                      <a:solidFill>
                        <a:srgbClr val="26364D"/>
                      </a:solidFill>
                      <a:prstDash val="solid"/>
                    </a:lnB>
                    <a:solidFill>
                      <a:srgbClr val="0F1C2E"/>
                    </a:solidFill>
                  </a:tcPr>
                </a:tc>
              </a:tr>
            </a:tbl>
          </a:graphicData>
        </a:graphic>
      </p:graphicFrame>
      <p:sp>
        <p:nvSpPr>
          <p:cNvPr id="6" name="">
            <a:extLst xmlns:a="http://schemas.openxmlformats.org/drawingml/2006/main">
              <a:ext uri="{FF2B5EF4-FFF2-40B4-BE49-F238E27FC236}">
                <a16:creationId xmlns:a16="http://schemas.microsoft.com/office/drawing/2014/main" id="{24D07E88-095A-4963-8BC2-07163F0777CF}"/>
              </a:ext>
            </a:extLst>
          </p:cNvPr>
          <p:cNvSpPr>
            <a:spLocks xmlns:a="http://schemas.openxmlformats.org/drawingml/2006/main" noGrp="1"/>
          </p:cNvSpPr>
          <p:nvPr/>
        </p:nvSpPr>
        <p:spPr>
          <a:xfrm xmlns:a="http://schemas.openxmlformats.org/drawingml/2006/main">
            <a:off x="3143250" y="5238750"/>
            <a:ext cx="5905500"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7185"/>
            </a:solidFill>
            <a:prstDash val="solid"/>
          </a:ln>
        </p:spPr>
      </p:sp>
      <p:sp>
        <p:nvSpPr>
          <p:cNvPr id="7" name="">
            <a:extLst xmlns:a="http://schemas.openxmlformats.org/drawingml/2006/main">
              <a:ext uri="{FF2B5EF4-FFF2-40B4-BE49-F238E27FC236}">
                <a16:creationId xmlns:a16="http://schemas.microsoft.com/office/drawing/2014/main" id="{0F311704-5CE2-4AE6-A955-D9E8C83AAF55}"/>
              </a:ext>
            </a:extLst>
          </p:cNvPr>
          <p:cNvSpPr>
            <a:spLocks xmlns:a="http://schemas.openxmlformats.org/drawingml/2006/main" noGrp="1"/>
          </p:cNvSpPr>
          <p:nvPr/>
        </p:nvSpPr>
        <p:spPr>
          <a:xfrm xmlns:a="http://schemas.openxmlformats.org/drawingml/2006/main">
            <a:off x="3238500" y="5267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7185"/>
                </a:solidFill>
              </a:defRPr>
            </a:defPPr>
            <a:lvl1pPr algn="ctr">
              <a:defRPr sz="1050" b="1" i="0">
                <a:solidFill>
                  <a:srgbClr val="FB7185"/>
                </a:solidFill>
              </a:defRPr>
            </a:lvl1pPr>
            <a:lvl2pPr algn="ctr">
              <a:defRPr sz="1050" b="1" i="0">
                <a:solidFill>
                  <a:srgbClr val="FB7185"/>
                </a:solidFill>
              </a:defRPr>
            </a:lvl2pPr>
            <a:lvl3pPr algn="ctr">
              <a:defRPr sz="1050" b="1" i="0">
                <a:solidFill>
                  <a:srgbClr val="FB7185"/>
                </a:solidFill>
              </a:defRPr>
            </a:lvl3pPr>
            <a:lvl4pPr algn="ctr">
              <a:defRPr sz="1050" b="1" i="0">
                <a:solidFill>
                  <a:srgbClr val="FB7185"/>
                </a:solidFill>
              </a:defRPr>
            </a:lvl4pPr>
            <a:lvl5pPr algn="ctr">
              <a:defRPr sz="1050" b="1" i="0">
                <a:solidFill>
                  <a:srgbClr val="FB7185"/>
                </a:solidFill>
              </a:defRPr>
            </a:lvl5pPr>
            <a:lvl6pPr algn="ctr">
              <a:defRPr sz="1050" b="1" i="0">
                <a:solidFill>
                  <a:srgbClr val="FB7185"/>
                </a:solidFill>
              </a:defRPr>
            </a:lvl6pPr>
            <a:lvl7pPr algn="ctr">
              <a:defRPr sz="1050" b="1" i="0">
                <a:solidFill>
                  <a:srgbClr val="FB7185"/>
                </a:solidFill>
              </a:defRPr>
            </a:lvl7pPr>
            <a:lvl8pPr algn="ctr">
              <a:defRPr sz="1050" b="1" i="0">
                <a:solidFill>
                  <a:srgbClr val="FB7185"/>
                </a:solidFill>
              </a:defRPr>
            </a:lvl8pPr>
            <a:lvl9pPr algn="ctr">
              <a:defRPr sz="1050" b="1" i="0">
                <a:solidFill>
                  <a:srgbClr val="FB7185"/>
                </a:solidFill>
              </a:defRPr>
            </a:lvl9pPr>
          </a:lstStyle>
          <a:p xmlns:a="http://schemas.openxmlformats.org/drawingml/2006/main">
            <a:pPr algn="ctr">
              <a:defRPr sz="1050" b="1" i="0">
                <a:solidFill>
                  <a:srgbClr val="FB7185"/>
                </a:solidFill>
              </a:defRPr>
            </a:pPr>
            <a:r>
              <a:rPr sz="1050" b="1" i="0">
                <a:solidFill>
                  <a:srgbClr val="FB7185"/>
                </a:solidFill>
              </a:rPr>
              <a:t>Gap = observed type absent from a completed policy review</a:t>
            </a:r>
          </a:p>
        </p:txBody>
      </p:sp>
      <p:sp>
        <p:nvSpPr>
          <p:cNvPr id="8" name="">
            <a:extLst xmlns:a="http://schemas.openxmlformats.org/drawingml/2006/main">
              <a:ext uri="{FF2B5EF4-FFF2-40B4-BE49-F238E27FC236}">
                <a16:creationId xmlns:a16="http://schemas.microsoft.com/office/drawing/2014/main" id="{994350C1-C7C2-43C5-AF6A-51914A6EE433}"/>
              </a:ext>
            </a:extLst>
          </p:cNvPr>
          <p:cNvSpPr>
            <a:spLocks xmlns:a="http://schemas.openxmlformats.org/drawingml/2006/main" noGrp="1"/>
          </p:cNvSpPr>
          <p:nvPr/>
        </p:nvSpPr>
        <p:spPr>
          <a:xfrm xmlns:a="http://schemas.openxmlformats.org/drawingml/2006/main">
            <a:off x="2857500" y="585787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0" i="0">
                <a:solidFill>
                  <a:srgbClr val="9AAAC0"/>
                </a:solidFill>
              </a:defRPr>
            </a:defPPr>
            <a:lvl1pPr algn="ctr">
              <a:defRPr sz="1425" b="0" i="0">
                <a:solidFill>
                  <a:srgbClr val="9AAAC0"/>
                </a:solidFill>
              </a:defRPr>
            </a:lvl1pPr>
            <a:lvl2pPr algn="ctr">
              <a:defRPr sz="1425" b="0" i="0">
                <a:solidFill>
                  <a:srgbClr val="9AAAC0"/>
                </a:solidFill>
              </a:defRPr>
            </a:lvl2pPr>
            <a:lvl3pPr algn="ctr">
              <a:defRPr sz="1425" b="0" i="0">
                <a:solidFill>
                  <a:srgbClr val="9AAAC0"/>
                </a:solidFill>
              </a:defRPr>
            </a:lvl3pPr>
            <a:lvl4pPr algn="ctr">
              <a:defRPr sz="1425" b="0" i="0">
                <a:solidFill>
                  <a:srgbClr val="9AAAC0"/>
                </a:solidFill>
              </a:defRPr>
            </a:lvl4pPr>
            <a:lvl5pPr algn="ctr">
              <a:defRPr sz="1425" b="0" i="0">
                <a:solidFill>
                  <a:srgbClr val="9AAAC0"/>
                </a:solidFill>
              </a:defRPr>
            </a:lvl5pPr>
            <a:lvl6pPr algn="ctr">
              <a:defRPr sz="1425" b="0" i="0">
                <a:solidFill>
                  <a:srgbClr val="9AAAC0"/>
                </a:solidFill>
              </a:defRPr>
            </a:lvl6pPr>
            <a:lvl7pPr algn="ctr">
              <a:defRPr sz="1425" b="0" i="0">
                <a:solidFill>
                  <a:srgbClr val="9AAAC0"/>
                </a:solidFill>
              </a:defRPr>
            </a:lvl7pPr>
            <a:lvl8pPr algn="ctr">
              <a:defRPr sz="1425" b="0" i="0">
                <a:solidFill>
                  <a:srgbClr val="9AAAC0"/>
                </a:solidFill>
              </a:defRPr>
            </a:lvl8pPr>
            <a:lvl9pPr algn="ctr">
              <a:defRPr sz="1425" b="0" i="0">
                <a:solidFill>
                  <a:srgbClr val="9AAAC0"/>
                </a:solidFill>
              </a:defRPr>
            </a:lvl9pPr>
          </a:lstStyle>
          <a:p xmlns:a="http://schemas.openxmlformats.org/drawingml/2006/main">
            <a:pPr algn="ctr">
              <a:defRPr sz="1425" b="0" i="0">
                <a:solidFill>
                  <a:srgbClr val="9AAAC0"/>
                </a:solidFill>
              </a:defRPr>
            </a:pPr>
            <a:r>
              <a:rPr sz="1425" b="0" i="0">
                <a:solidFill>
                  <a:srgbClr val="9AAAC0"/>
                </a:solidFill>
              </a:rPr>
              <a:t>These are disclosure findings, not final legal judgments.</a:t>
            </a:r>
          </a:p>
        </p:txBody>
      </p:sp>
      <p:sp>
        <p:nvSpPr>
          <p:cNvPr id="9" name="">
            <a:extLst xmlns:a="http://schemas.openxmlformats.org/drawingml/2006/main">
              <a:ext uri="{FF2B5EF4-FFF2-40B4-BE49-F238E27FC236}">
                <a16:creationId xmlns:a16="http://schemas.microsoft.com/office/drawing/2014/main" id="{1BF8E075-8B8E-4370-BA1F-F3C9F30CBAD5}"/>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10" name="">
            <a:extLst xmlns:a="http://schemas.openxmlformats.org/drawingml/2006/main">
              <a:ext uri="{FF2B5EF4-FFF2-40B4-BE49-F238E27FC236}">
                <a16:creationId xmlns:a16="http://schemas.microsoft.com/office/drawing/2014/main" id="{BDC80669-112F-42DB-95E6-AC9DE343ADB8}"/>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413690418"/>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626CF06-CC22-49A3-84EA-E86468FA8018}"/>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RISK ANALYSIS</a:t>
            </a:r>
          </a:p>
        </p:txBody>
      </p:sp>
      <p:sp>
        <p:nvSpPr>
          <p:cNvPr id="2" name="">
            <a:extLst xmlns:a="http://schemas.openxmlformats.org/drawingml/2006/main">
              <a:ext uri="{FF2B5EF4-FFF2-40B4-BE49-F238E27FC236}">
                <a16:creationId xmlns:a16="http://schemas.microsoft.com/office/drawing/2014/main" id="{54390042-32CF-4E28-88A5-7ED82719E385}"/>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Risk signals are reported separately from policy gaps</a:t>
            </a:r>
          </a:p>
        </p:txBody>
      </p:sp>
      <p:sp>
        <p:nvSpPr>
          <p:cNvPr id="3" name="">
            <a:extLst xmlns:a="http://schemas.openxmlformats.org/drawingml/2006/main">
              <a:ext uri="{FF2B5EF4-FFF2-40B4-BE49-F238E27FC236}">
                <a16:creationId xmlns:a16="http://schemas.microsoft.com/office/drawing/2014/main" id="{5E8A2922-B018-4520-A92C-45F2F58B3F37}"/>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11</a:t>
            </a:r>
          </a:p>
        </p:txBody>
      </p:sp>
      <p:sp>
        <p:nvSpPr>
          <p:cNvPr id="4" name="">
            <a:extLst xmlns:a="http://schemas.openxmlformats.org/drawingml/2006/main">
              <a:ext uri="{FF2B5EF4-FFF2-40B4-BE49-F238E27FC236}">
                <a16:creationId xmlns:a16="http://schemas.microsoft.com/office/drawing/2014/main" id="{883DEA2E-A926-4880-AF27-73D0C050F23A}"/>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A93CE6EB-7317-4652-896D-012087797B91}"/>
              </a:ext>
            </a:extLst>
          </p:cNvPr>
          <p:cNvSpPr>
            <a:spLocks xmlns:a="http://schemas.openxmlformats.org/drawingml/2006/main" noGrp="1"/>
          </p:cNvSpPr>
          <p:nvPr/>
        </p:nvSpPr>
        <p:spPr>
          <a:xfrm xmlns:a="http://schemas.openxmlformats.org/drawingml/2006/main">
            <a:off x="666750" y="1619250"/>
            <a:ext cx="5143500" cy="1333500"/>
          </a:xfrm>
          <a:prstGeom xmlns:a="http://schemas.openxmlformats.org/drawingml/2006/main" prst="roundRect">
            <a:avLst>
              <a:gd name="adj" fmla="val 8571"/>
            </a:avLst>
          </a:prstGeom>
          <a:solidFill xmlns:a="http://schemas.openxmlformats.org/drawingml/2006/main">
            <a:srgbClr val="0F1C2E"/>
          </a:solidFill>
          <a:ln xmlns:a="http://schemas.openxmlformats.org/drawingml/2006/main" w="9525">
            <a:solidFill>
              <a:srgbClr val="26364D"/>
            </a:solidFill>
            <a:prstDash val="solid"/>
          </a:ln>
        </p:spPr>
      </p:sp>
      <p:sp>
        <p:nvSpPr>
          <p:cNvPr id="6" name="">
            <a:extLst xmlns:a="http://schemas.openxmlformats.org/drawingml/2006/main">
              <a:ext uri="{FF2B5EF4-FFF2-40B4-BE49-F238E27FC236}">
                <a16:creationId xmlns:a16="http://schemas.microsoft.com/office/drawing/2014/main" id="{BA76FE24-C89B-46E6-8F75-E26B27864D5B}"/>
              </a:ext>
            </a:extLst>
          </p:cNvPr>
          <p:cNvSpPr>
            <a:spLocks xmlns:a="http://schemas.openxmlformats.org/drawingml/2006/main" noGrp="1"/>
          </p:cNvSpPr>
          <p:nvPr/>
        </p:nvSpPr>
        <p:spPr>
          <a:xfrm xmlns:a="http://schemas.openxmlformats.org/drawingml/2006/main">
            <a:off x="904875" y="18478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B7185"/>
                </a:solidFill>
              </a:defRPr>
            </a:defPPr>
            <a:lvl1pPr algn="l">
              <a:defRPr sz="1725" b="1" i="0">
                <a:solidFill>
                  <a:srgbClr val="FB7185"/>
                </a:solidFill>
              </a:defRPr>
            </a:lvl1pPr>
            <a:lvl2pPr algn="l">
              <a:defRPr sz="1725" b="1" i="0">
                <a:solidFill>
                  <a:srgbClr val="FB7185"/>
                </a:solidFill>
              </a:defRPr>
            </a:lvl2pPr>
            <a:lvl3pPr algn="l">
              <a:defRPr sz="1725" b="1" i="0">
                <a:solidFill>
                  <a:srgbClr val="FB7185"/>
                </a:solidFill>
              </a:defRPr>
            </a:lvl3pPr>
            <a:lvl4pPr algn="l">
              <a:defRPr sz="1725" b="1" i="0">
                <a:solidFill>
                  <a:srgbClr val="FB7185"/>
                </a:solidFill>
              </a:defRPr>
            </a:lvl4pPr>
            <a:lvl5pPr algn="l">
              <a:defRPr sz="1725" b="1" i="0">
                <a:solidFill>
                  <a:srgbClr val="FB7185"/>
                </a:solidFill>
              </a:defRPr>
            </a:lvl5pPr>
            <a:lvl6pPr algn="l">
              <a:defRPr sz="1725" b="1" i="0">
                <a:solidFill>
                  <a:srgbClr val="FB7185"/>
                </a:solidFill>
              </a:defRPr>
            </a:lvl6pPr>
            <a:lvl7pPr algn="l">
              <a:defRPr sz="1725" b="1" i="0">
                <a:solidFill>
                  <a:srgbClr val="FB7185"/>
                </a:solidFill>
              </a:defRPr>
            </a:lvl7pPr>
            <a:lvl8pPr algn="l">
              <a:defRPr sz="1725" b="1" i="0">
                <a:solidFill>
                  <a:srgbClr val="FB7185"/>
                </a:solidFill>
              </a:defRPr>
            </a:lvl8pPr>
            <a:lvl9pPr algn="l">
              <a:defRPr sz="1725" b="1" i="0">
                <a:solidFill>
                  <a:srgbClr val="FB7185"/>
                </a:solidFill>
              </a:defRPr>
            </a:lvl9pPr>
          </a:lstStyle>
          <a:p xmlns:a="http://schemas.openxmlformats.org/drawingml/2006/main">
            <a:pPr algn="l">
              <a:defRPr sz="1725" b="1" i="0">
                <a:solidFill>
                  <a:srgbClr val="FB7185"/>
                </a:solidFill>
              </a:defRPr>
            </a:pPr>
            <a:r>
              <a:rPr sz="1725" b="1" i="0">
                <a:solidFill>
                  <a:srgbClr val="FB7185"/>
                </a:solidFill>
              </a:rPr>
              <a:t>Personal data in URL</a:t>
            </a:r>
          </a:p>
        </p:txBody>
      </p:sp>
      <p:sp>
        <p:nvSpPr>
          <p:cNvPr id="7" name="">
            <a:extLst xmlns:a="http://schemas.openxmlformats.org/drawingml/2006/main">
              <a:ext uri="{FF2B5EF4-FFF2-40B4-BE49-F238E27FC236}">
                <a16:creationId xmlns:a16="http://schemas.microsoft.com/office/drawing/2014/main" id="{75A91DBF-DDE2-49B6-9773-0CA6DFE8A6A1}"/>
              </a:ext>
            </a:extLst>
          </p:cNvPr>
          <p:cNvSpPr>
            <a:spLocks xmlns:a="http://schemas.openxmlformats.org/drawingml/2006/main" noGrp="1"/>
          </p:cNvSpPr>
          <p:nvPr/>
        </p:nvSpPr>
        <p:spPr>
          <a:xfrm xmlns:a="http://schemas.openxmlformats.org/drawingml/2006/main">
            <a:off x="904875" y="22479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URLs may be stored in logs, history or analytics systems.</a:t>
            </a:r>
          </a:p>
        </p:txBody>
      </p:sp>
      <p:sp>
        <p:nvSpPr>
          <p:cNvPr id="8" name="">
            <a:extLst xmlns:a="http://schemas.openxmlformats.org/drawingml/2006/main">
              <a:ext uri="{FF2B5EF4-FFF2-40B4-BE49-F238E27FC236}">
                <a16:creationId xmlns:a16="http://schemas.microsoft.com/office/drawing/2014/main" id="{B205BC4F-B3BC-4667-8326-5144142411FD}"/>
              </a:ext>
            </a:extLst>
          </p:cNvPr>
          <p:cNvSpPr>
            <a:spLocks xmlns:a="http://schemas.openxmlformats.org/drawingml/2006/main" noGrp="1"/>
          </p:cNvSpPr>
          <p:nvPr/>
        </p:nvSpPr>
        <p:spPr>
          <a:xfrm xmlns:a="http://schemas.openxmlformats.org/drawingml/2006/main">
            <a:off x="6191250" y="1619250"/>
            <a:ext cx="5143500" cy="1333500"/>
          </a:xfrm>
          <a:prstGeom xmlns:a="http://schemas.openxmlformats.org/drawingml/2006/main" prst="roundRect">
            <a:avLst>
              <a:gd name="adj" fmla="val 8571"/>
            </a:avLst>
          </a:prstGeom>
          <a:solidFill xmlns:a="http://schemas.openxmlformats.org/drawingml/2006/main">
            <a:srgbClr val="0F1C2E"/>
          </a:solidFill>
          <a:ln xmlns:a="http://schemas.openxmlformats.org/drawingml/2006/main" w="9525">
            <a:solidFill>
              <a:srgbClr val="26364D"/>
            </a:solidFill>
            <a:prstDash val="solid"/>
          </a:ln>
        </p:spPr>
      </p:sp>
      <p:sp>
        <p:nvSpPr>
          <p:cNvPr id="9" name="">
            <a:extLst xmlns:a="http://schemas.openxmlformats.org/drawingml/2006/main">
              <a:ext uri="{FF2B5EF4-FFF2-40B4-BE49-F238E27FC236}">
                <a16:creationId xmlns:a16="http://schemas.microsoft.com/office/drawing/2014/main" id="{9BCF606C-DBCA-45FD-95A1-3CF4AE20972D}"/>
              </a:ext>
            </a:extLst>
          </p:cNvPr>
          <p:cNvSpPr>
            <a:spLocks xmlns:a="http://schemas.openxmlformats.org/drawingml/2006/main" noGrp="1"/>
          </p:cNvSpPr>
          <p:nvPr/>
        </p:nvSpPr>
        <p:spPr>
          <a:xfrm xmlns:a="http://schemas.openxmlformats.org/drawingml/2006/main">
            <a:off x="6429375" y="18478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B7185"/>
                </a:solidFill>
              </a:defRPr>
            </a:defPPr>
            <a:lvl1pPr algn="l">
              <a:defRPr sz="1725" b="1" i="0">
                <a:solidFill>
                  <a:srgbClr val="FB7185"/>
                </a:solidFill>
              </a:defRPr>
            </a:lvl1pPr>
            <a:lvl2pPr algn="l">
              <a:defRPr sz="1725" b="1" i="0">
                <a:solidFill>
                  <a:srgbClr val="FB7185"/>
                </a:solidFill>
              </a:defRPr>
            </a:lvl2pPr>
            <a:lvl3pPr algn="l">
              <a:defRPr sz="1725" b="1" i="0">
                <a:solidFill>
                  <a:srgbClr val="FB7185"/>
                </a:solidFill>
              </a:defRPr>
            </a:lvl3pPr>
            <a:lvl4pPr algn="l">
              <a:defRPr sz="1725" b="1" i="0">
                <a:solidFill>
                  <a:srgbClr val="FB7185"/>
                </a:solidFill>
              </a:defRPr>
            </a:lvl4pPr>
            <a:lvl5pPr algn="l">
              <a:defRPr sz="1725" b="1" i="0">
                <a:solidFill>
                  <a:srgbClr val="FB7185"/>
                </a:solidFill>
              </a:defRPr>
            </a:lvl5pPr>
            <a:lvl6pPr algn="l">
              <a:defRPr sz="1725" b="1" i="0">
                <a:solidFill>
                  <a:srgbClr val="FB7185"/>
                </a:solidFill>
              </a:defRPr>
            </a:lvl6pPr>
            <a:lvl7pPr algn="l">
              <a:defRPr sz="1725" b="1" i="0">
                <a:solidFill>
                  <a:srgbClr val="FB7185"/>
                </a:solidFill>
              </a:defRPr>
            </a:lvl7pPr>
            <a:lvl8pPr algn="l">
              <a:defRPr sz="1725" b="1" i="0">
                <a:solidFill>
                  <a:srgbClr val="FB7185"/>
                </a:solidFill>
              </a:defRPr>
            </a:lvl8pPr>
            <a:lvl9pPr algn="l">
              <a:defRPr sz="1725" b="1" i="0">
                <a:solidFill>
                  <a:srgbClr val="FB7185"/>
                </a:solidFill>
              </a:defRPr>
            </a:lvl9pPr>
          </a:lstStyle>
          <a:p xmlns:a="http://schemas.openxmlformats.org/drawingml/2006/main">
            <a:pPr algn="l">
              <a:defRPr sz="1725" b="1" i="0">
                <a:solidFill>
                  <a:srgbClr val="FB7185"/>
                </a:solidFill>
              </a:defRPr>
            </a:pPr>
            <a:r>
              <a:rPr sz="1725" b="1" i="0">
                <a:solidFill>
                  <a:srgbClr val="FB7185"/>
                </a:solidFill>
              </a:rPr>
              <a:t>Credential in URL</a:t>
            </a:r>
          </a:p>
        </p:txBody>
      </p:sp>
      <p:sp>
        <p:nvSpPr>
          <p:cNvPr id="10" name="">
            <a:extLst xmlns:a="http://schemas.openxmlformats.org/drawingml/2006/main">
              <a:ext uri="{FF2B5EF4-FFF2-40B4-BE49-F238E27FC236}">
                <a16:creationId xmlns:a16="http://schemas.microsoft.com/office/drawing/2014/main" id="{27DF90D5-1E57-48EC-A25F-71DA915611AC}"/>
              </a:ext>
            </a:extLst>
          </p:cNvPr>
          <p:cNvSpPr>
            <a:spLocks xmlns:a="http://schemas.openxmlformats.org/drawingml/2006/main" noGrp="1"/>
          </p:cNvSpPr>
          <p:nvPr/>
        </p:nvSpPr>
        <p:spPr>
          <a:xfrm xmlns:a="http://schemas.openxmlformats.org/drawingml/2006/main">
            <a:off x="6429375" y="22479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Sensitive authentication material in URLs needs security review.</a:t>
            </a:r>
          </a:p>
        </p:txBody>
      </p:sp>
      <p:sp>
        <p:nvSpPr>
          <p:cNvPr id="11" name="">
            <a:extLst xmlns:a="http://schemas.openxmlformats.org/drawingml/2006/main">
              <a:ext uri="{FF2B5EF4-FFF2-40B4-BE49-F238E27FC236}">
                <a16:creationId xmlns:a16="http://schemas.microsoft.com/office/drawing/2014/main" id="{11312AE7-9371-4E7E-B588-16025E24E424}"/>
              </a:ext>
            </a:extLst>
          </p:cNvPr>
          <p:cNvSpPr>
            <a:spLocks xmlns:a="http://schemas.openxmlformats.org/drawingml/2006/main" noGrp="1"/>
          </p:cNvSpPr>
          <p:nvPr/>
        </p:nvSpPr>
        <p:spPr>
          <a:xfrm xmlns:a="http://schemas.openxmlformats.org/drawingml/2006/main">
            <a:off x="666750" y="3238500"/>
            <a:ext cx="5143500" cy="1333500"/>
          </a:xfrm>
          <a:prstGeom xmlns:a="http://schemas.openxmlformats.org/drawingml/2006/main" prst="roundRect">
            <a:avLst>
              <a:gd name="adj" fmla="val 8571"/>
            </a:avLst>
          </a:prstGeom>
          <a:solidFill xmlns:a="http://schemas.openxmlformats.org/drawingml/2006/main">
            <a:srgbClr val="0F1C2E"/>
          </a:solidFill>
          <a:ln xmlns:a="http://schemas.openxmlformats.org/drawingml/2006/main" w="9525">
            <a:solidFill>
              <a:srgbClr val="26364D"/>
            </a:solidFill>
            <a:prstDash val="solid"/>
          </a:ln>
        </p:spPr>
      </p:sp>
      <p:sp>
        <p:nvSpPr>
          <p:cNvPr id="12" name="">
            <a:extLst xmlns:a="http://schemas.openxmlformats.org/drawingml/2006/main">
              <a:ext uri="{FF2B5EF4-FFF2-40B4-BE49-F238E27FC236}">
                <a16:creationId xmlns:a16="http://schemas.microsoft.com/office/drawing/2014/main" id="{9B848BB2-B7B1-4E5A-9E5D-E9C49CE5F807}"/>
              </a:ext>
            </a:extLst>
          </p:cNvPr>
          <p:cNvSpPr>
            <a:spLocks xmlns:a="http://schemas.openxmlformats.org/drawingml/2006/main" noGrp="1"/>
          </p:cNvSpPr>
          <p:nvPr/>
        </p:nvSpPr>
        <p:spPr>
          <a:xfrm xmlns:a="http://schemas.openxmlformats.org/drawingml/2006/main">
            <a:off x="904875" y="346710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BBF24"/>
                </a:solidFill>
              </a:defRPr>
            </a:defPPr>
            <a:lvl1pPr algn="l">
              <a:defRPr sz="1725" b="1" i="0">
                <a:solidFill>
                  <a:srgbClr val="FBBF24"/>
                </a:solidFill>
              </a:defRPr>
            </a:lvl1pPr>
            <a:lvl2pPr algn="l">
              <a:defRPr sz="1725" b="1" i="0">
                <a:solidFill>
                  <a:srgbClr val="FBBF24"/>
                </a:solidFill>
              </a:defRPr>
            </a:lvl2pPr>
            <a:lvl3pPr algn="l">
              <a:defRPr sz="1725" b="1" i="0">
                <a:solidFill>
                  <a:srgbClr val="FBBF24"/>
                </a:solidFill>
              </a:defRPr>
            </a:lvl3pPr>
            <a:lvl4pPr algn="l">
              <a:defRPr sz="1725" b="1" i="0">
                <a:solidFill>
                  <a:srgbClr val="FBBF24"/>
                </a:solidFill>
              </a:defRPr>
            </a:lvl4pPr>
            <a:lvl5pPr algn="l">
              <a:defRPr sz="1725" b="1" i="0">
                <a:solidFill>
                  <a:srgbClr val="FBBF24"/>
                </a:solidFill>
              </a:defRPr>
            </a:lvl5pPr>
            <a:lvl6pPr algn="l">
              <a:defRPr sz="1725" b="1" i="0">
                <a:solidFill>
                  <a:srgbClr val="FBBF24"/>
                </a:solidFill>
              </a:defRPr>
            </a:lvl6pPr>
            <a:lvl7pPr algn="l">
              <a:defRPr sz="1725" b="1" i="0">
                <a:solidFill>
                  <a:srgbClr val="FBBF24"/>
                </a:solidFill>
              </a:defRPr>
            </a:lvl7pPr>
            <a:lvl8pPr algn="l">
              <a:defRPr sz="1725" b="1" i="0">
                <a:solidFill>
                  <a:srgbClr val="FBBF24"/>
                </a:solidFill>
              </a:defRPr>
            </a:lvl8pPr>
            <a:lvl9pPr algn="l">
              <a:defRPr sz="1725" b="1" i="0">
                <a:solidFill>
                  <a:srgbClr val="FBBF24"/>
                </a:solidFill>
              </a:defRPr>
            </a:lvl9pPr>
          </a:lstStyle>
          <a:p xmlns:a="http://schemas.openxmlformats.org/drawingml/2006/main">
            <a:pPr algn="l">
              <a:defRPr sz="1725" b="1" i="0">
                <a:solidFill>
                  <a:srgbClr val="FBBF24"/>
                </a:solidFill>
              </a:defRPr>
            </a:pPr>
            <a:r>
              <a:rPr sz="1725" b="1" i="0">
                <a:solidFill>
                  <a:srgbClr val="FBBF24"/>
                </a:solidFill>
              </a:rPr>
              <a:t>Third-party sharing</a:t>
            </a:r>
          </a:p>
        </p:txBody>
      </p:sp>
      <p:sp>
        <p:nvSpPr>
          <p:cNvPr id="13" name="">
            <a:extLst xmlns:a="http://schemas.openxmlformats.org/drawingml/2006/main">
              <a:ext uri="{FF2B5EF4-FFF2-40B4-BE49-F238E27FC236}">
                <a16:creationId xmlns:a16="http://schemas.microsoft.com/office/drawing/2014/main" id="{768C6A8B-83F3-428D-A99D-A3C85C0304DC}"/>
              </a:ext>
            </a:extLst>
          </p:cNvPr>
          <p:cNvSpPr>
            <a:spLocks xmlns:a="http://schemas.openxmlformats.org/drawingml/2006/main" noGrp="1"/>
          </p:cNvSpPr>
          <p:nvPr/>
        </p:nvSpPr>
        <p:spPr>
          <a:xfrm xmlns:a="http://schemas.openxmlformats.org/drawingml/2006/main">
            <a:off x="904875" y="386715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Personal, location, search or persistent identifiers sent to external services.</a:t>
            </a:r>
          </a:p>
        </p:txBody>
      </p:sp>
      <p:sp>
        <p:nvSpPr>
          <p:cNvPr id="14" name="">
            <a:extLst xmlns:a="http://schemas.openxmlformats.org/drawingml/2006/main">
              <a:ext uri="{FF2B5EF4-FFF2-40B4-BE49-F238E27FC236}">
                <a16:creationId xmlns:a16="http://schemas.microsoft.com/office/drawing/2014/main" id="{01389301-EBFC-40C8-9D4E-C4EBEEB9FB80}"/>
              </a:ext>
            </a:extLst>
          </p:cNvPr>
          <p:cNvSpPr>
            <a:spLocks xmlns:a="http://schemas.openxmlformats.org/drawingml/2006/main" noGrp="1"/>
          </p:cNvSpPr>
          <p:nvPr/>
        </p:nvSpPr>
        <p:spPr>
          <a:xfrm xmlns:a="http://schemas.openxmlformats.org/drawingml/2006/main">
            <a:off x="6191250" y="3238500"/>
            <a:ext cx="5143500" cy="1333500"/>
          </a:xfrm>
          <a:prstGeom xmlns:a="http://schemas.openxmlformats.org/drawingml/2006/main" prst="roundRect">
            <a:avLst>
              <a:gd name="adj" fmla="val 8571"/>
            </a:avLst>
          </a:prstGeom>
          <a:solidFill xmlns:a="http://schemas.openxmlformats.org/drawingml/2006/main">
            <a:srgbClr val="0F1C2E"/>
          </a:solidFill>
          <a:ln xmlns:a="http://schemas.openxmlformats.org/drawingml/2006/main" w="9525">
            <a:solidFill>
              <a:srgbClr val="26364D"/>
            </a:solidFill>
            <a:prstDash val="solid"/>
          </a:ln>
        </p:spPr>
      </p:sp>
      <p:sp>
        <p:nvSpPr>
          <p:cNvPr id="15" name="">
            <a:extLst xmlns:a="http://schemas.openxmlformats.org/drawingml/2006/main">
              <a:ext uri="{FF2B5EF4-FFF2-40B4-BE49-F238E27FC236}">
                <a16:creationId xmlns:a16="http://schemas.microsoft.com/office/drawing/2014/main" id="{D8083333-0989-4CF9-9D36-21DEF2EA6F92}"/>
              </a:ext>
            </a:extLst>
          </p:cNvPr>
          <p:cNvSpPr>
            <a:spLocks xmlns:a="http://schemas.openxmlformats.org/drawingml/2006/main" noGrp="1"/>
          </p:cNvSpPr>
          <p:nvPr/>
        </p:nvSpPr>
        <p:spPr>
          <a:xfrm xmlns:a="http://schemas.openxmlformats.org/drawingml/2006/main">
            <a:off x="6429375" y="346710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A78BFA"/>
                </a:solidFill>
              </a:defRPr>
            </a:defPPr>
            <a:lvl1pPr algn="l">
              <a:defRPr sz="1725" b="1" i="0">
                <a:solidFill>
                  <a:srgbClr val="A78BFA"/>
                </a:solidFill>
              </a:defRPr>
            </a:lvl1pPr>
            <a:lvl2pPr algn="l">
              <a:defRPr sz="1725" b="1" i="0">
                <a:solidFill>
                  <a:srgbClr val="A78BFA"/>
                </a:solidFill>
              </a:defRPr>
            </a:lvl2pPr>
            <a:lvl3pPr algn="l">
              <a:defRPr sz="1725" b="1" i="0">
                <a:solidFill>
                  <a:srgbClr val="A78BFA"/>
                </a:solidFill>
              </a:defRPr>
            </a:lvl3pPr>
            <a:lvl4pPr algn="l">
              <a:defRPr sz="1725" b="1" i="0">
                <a:solidFill>
                  <a:srgbClr val="A78BFA"/>
                </a:solidFill>
              </a:defRPr>
            </a:lvl4pPr>
            <a:lvl5pPr algn="l">
              <a:defRPr sz="1725" b="1" i="0">
                <a:solidFill>
                  <a:srgbClr val="A78BFA"/>
                </a:solidFill>
              </a:defRPr>
            </a:lvl5pPr>
            <a:lvl6pPr algn="l">
              <a:defRPr sz="1725" b="1" i="0">
                <a:solidFill>
                  <a:srgbClr val="A78BFA"/>
                </a:solidFill>
              </a:defRPr>
            </a:lvl6pPr>
            <a:lvl7pPr algn="l">
              <a:defRPr sz="1725" b="1" i="0">
                <a:solidFill>
                  <a:srgbClr val="A78BFA"/>
                </a:solidFill>
              </a:defRPr>
            </a:lvl7pPr>
            <a:lvl8pPr algn="l">
              <a:defRPr sz="1725" b="1" i="0">
                <a:solidFill>
                  <a:srgbClr val="A78BFA"/>
                </a:solidFill>
              </a:defRPr>
            </a:lvl8pPr>
            <a:lvl9pPr algn="l">
              <a:defRPr sz="1725" b="1" i="0">
                <a:solidFill>
                  <a:srgbClr val="A78BFA"/>
                </a:solidFill>
              </a:defRPr>
            </a:lvl9pPr>
          </a:lstStyle>
          <a:p xmlns:a="http://schemas.openxmlformats.org/drawingml/2006/main">
            <a:pPr algn="l">
              <a:defRPr sz="1725" b="1" i="0">
                <a:solidFill>
                  <a:srgbClr val="A78BFA"/>
                </a:solidFill>
              </a:defRPr>
            </a:pPr>
            <a:r>
              <a:rPr sz="1725" b="1" i="0">
                <a:solidFill>
                  <a:srgbClr val="A78BFA"/>
                </a:solidFill>
              </a:rPr>
              <a:t>Installed app list</a:t>
            </a:r>
          </a:p>
        </p:txBody>
      </p:sp>
      <p:sp>
        <p:nvSpPr>
          <p:cNvPr id="16" name="">
            <a:extLst xmlns:a="http://schemas.openxmlformats.org/drawingml/2006/main">
              <a:ext uri="{FF2B5EF4-FFF2-40B4-BE49-F238E27FC236}">
                <a16:creationId xmlns:a16="http://schemas.microsoft.com/office/drawing/2014/main" id="{FBEB6A32-0371-4810-9C4D-F9F827DFCCEB}"/>
              </a:ext>
            </a:extLst>
          </p:cNvPr>
          <p:cNvSpPr>
            <a:spLocks xmlns:a="http://schemas.openxmlformats.org/drawingml/2006/main" noGrp="1"/>
          </p:cNvSpPr>
          <p:nvPr/>
        </p:nvSpPr>
        <p:spPr>
          <a:xfrm xmlns:a="http://schemas.openxmlformats.org/drawingml/2006/main">
            <a:off x="6429375" y="386715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A detailed inventory of apps on a device can reveal user interests and behaviour.</a:t>
            </a:r>
          </a:p>
        </p:txBody>
      </p:sp>
      <p:sp>
        <p:nvSpPr>
          <p:cNvPr id="17" name="">
            <a:extLst xmlns:a="http://schemas.openxmlformats.org/drawingml/2006/main">
              <a:ext uri="{FF2B5EF4-FFF2-40B4-BE49-F238E27FC236}">
                <a16:creationId xmlns:a16="http://schemas.microsoft.com/office/drawing/2014/main" id="{849A24A7-7D9C-471B-929D-4CC9CF9C1E0C}"/>
              </a:ext>
            </a:extLst>
          </p:cNvPr>
          <p:cNvSpPr>
            <a:spLocks xmlns:a="http://schemas.openxmlformats.org/drawingml/2006/main" noGrp="1"/>
          </p:cNvSpPr>
          <p:nvPr/>
        </p:nvSpPr>
        <p:spPr>
          <a:xfrm xmlns:a="http://schemas.openxmlformats.org/drawingml/2006/main">
            <a:off x="1143000" y="5095875"/>
            <a:ext cx="3000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2D3EE"/>
            </a:solidFill>
            <a:prstDash val="solid"/>
          </a:ln>
        </p:spPr>
      </p:sp>
      <p:sp>
        <p:nvSpPr>
          <p:cNvPr id="18" name="">
            <a:extLst xmlns:a="http://schemas.openxmlformats.org/drawingml/2006/main">
              <a:ext uri="{FF2B5EF4-FFF2-40B4-BE49-F238E27FC236}">
                <a16:creationId xmlns:a16="http://schemas.microsoft.com/office/drawing/2014/main" id="{404F6611-2E25-4D35-AC6C-35638AE71C19}"/>
              </a:ext>
            </a:extLst>
          </p:cNvPr>
          <p:cNvSpPr>
            <a:spLocks xmlns:a="http://schemas.openxmlformats.org/drawingml/2006/main" noGrp="1"/>
          </p:cNvSpPr>
          <p:nvPr/>
        </p:nvSpPr>
        <p:spPr>
          <a:xfrm xmlns:a="http://schemas.openxmlformats.org/drawingml/2006/main">
            <a:off x="1238250" y="5124450"/>
            <a:ext cx="2809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2D3EE"/>
                </a:solidFill>
              </a:defRPr>
            </a:defPPr>
            <a:lvl1pPr algn="ctr">
              <a:defRPr sz="1050" b="1" i="0">
                <a:solidFill>
                  <a:srgbClr val="22D3EE"/>
                </a:solidFill>
              </a:defRPr>
            </a:lvl1pPr>
            <a:lvl2pPr algn="ctr">
              <a:defRPr sz="1050" b="1" i="0">
                <a:solidFill>
                  <a:srgbClr val="22D3EE"/>
                </a:solidFill>
              </a:defRPr>
            </a:lvl2pPr>
            <a:lvl3pPr algn="ctr">
              <a:defRPr sz="1050" b="1" i="0">
                <a:solidFill>
                  <a:srgbClr val="22D3EE"/>
                </a:solidFill>
              </a:defRPr>
            </a:lvl3pPr>
            <a:lvl4pPr algn="ctr">
              <a:defRPr sz="1050" b="1" i="0">
                <a:solidFill>
                  <a:srgbClr val="22D3EE"/>
                </a:solidFill>
              </a:defRPr>
            </a:lvl4pPr>
            <a:lvl5pPr algn="ctr">
              <a:defRPr sz="1050" b="1" i="0">
                <a:solidFill>
                  <a:srgbClr val="22D3EE"/>
                </a:solidFill>
              </a:defRPr>
            </a:lvl5pPr>
            <a:lvl6pPr algn="ctr">
              <a:defRPr sz="1050" b="1" i="0">
                <a:solidFill>
                  <a:srgbClr val="22D3EE"/>
                </a:solidFill>
              </a:defRPr>
            </a:lvl6pPr>
            <a:lvl7pPr algn="ctr">
              <a:defRPr sz="1050" b="1" i="0">
                <a:solidFill>
                  <a:srgbClr val="22D3EE"/>
                </a:solidFill>
              </a:defRPr>
            </a:lvl7pPr>
            <a:lvl8pPr algn="ctr">
              <a:defRPr sz="1050" b="1" i="0">
                <a:solidFill>
                  <a:srgbClr val="22D3EE"/>
                </a:solidFill>
              </a:defRPr>
            </a:lvl8pPr>
            <a:lvl9pPr algn="ctr">
              <a:defRPr sz="1050" b="1" i="0">
                <a:solidFill>
                  <a:srgbClr val="22D3EE"/>
                </a:solidFill>
              </a:defRPr>
            </a:lvl9pPr>
          </a:lstStyle>
          <a:p xmlns:a="http://schemas.openxmlformats.org/drawingml/2006/main">
            <a:pPr algn="ctr">
              <a:defRPr sz="1050" b="1" i="0">
                <a:solidFill>
                  <a:srgbClr val="22D3EE"/>
                </a:solidFill>
              </a:defRPr>
            </a:pPr>
            <a:r>
              <a:rPr sz="1050" b="1" i="0">
                <a:solidFill>
                  <a:srgbClr val="22D3EE"/>
                </a:solidFill>
              </a:rPr>
              <a:t>22 apps contacted third parties</a:t>
            </a:r>
          </a:p>
        </p:txBody>
      </p:sp>
      <p:sp>
        <p:nvSpPr>
          <p:cNvPr id="19" name="">
            <a:extLst xmlns:a="http://schemas.openxmlformats.org/drawingml/2006/main">
              <a:ext uri="{FF2B5EF4-FFF2-40B4-BE49-F238E27FC236}">
                <a16:creationId xmlns:a16="http://schemas.microsoft.com/office/drawing/2014/main" id="{70950C73-EE4F-4563-A069-6BC625B68E0D}"/>
              </a:ext>
            </a:extLst>
          </p:cNvPr>
          <p:cNvSpPr>
            <a:spLocks xmlns:a="http://schemas.openxmlformats.org/drawingml/2006/main" noGrp="1"/>
          </p:cNvSpPr>
          <p:nvPr/>
        </p:nvSpPr>
        <p:spPr>
          <a:xfrm xmlns:a="http://schemas.openxmlformats.org/drawingml/2006/main">
            <a:off x="4619625" y="5095875"/>
            <a:ext cx="2619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2DD4BF"/>
            </a:solidFill>
            <a:prstDash val="solid"/>
          </a:ln>
        </p:spPr>
      </p:sp>
      <p:sp>
        <p:nvSpPr>
          <p:cNvPr id="20" name="">
            <a:extLst xmlns:a="http://schemas.openxmlformats.org/drawingml/2006/main">
              <a:ext uri="{FF2B5EF4-FFF2-40B4-BE49-F238E27FC236}">
                <a16:creationId xmlns:a16="http://schemas.microsoft.com/office/drawing/2014/main" id="{B7A6F09D-1A13-4C36-A64A-4DEC880C6728}"/>
              </a:ext>
            </a:extLst>
          </p:cNvPr>
          <p:cNvSpPr>
            <a:spLocks xmlns:a="http://schemas.openxmlformats.org/drawingml/2006/main" noGrp="1"/>
          </p:cNvSpPr>
          <p:nvPr/>
        </p:nvSpPr>
        <p:spPr>
          <a:xfrm xmlns:a="http://schemas.openxmlformats.org/drawingml/2006/main">
            <a:off x="4714875" y="5124450"/>
            <a:ext cx="242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2DD4BF"/>
                </a:solidFill>
              </a:defRPr>
            </a:defPPr>
            <a:lvl1pPr algn="ctr">
              <a:defRPr sz="1050" b="1" i="0">
                <a:solidFill>
                  <a:srgbClr val="2DD4BF"/>
                </a:solidFill>
              </a:defRPr>
            </a:lvl1pPr>
            <a:lvl2pPr algn="ctr">
              <a:defRPr sz="1050" b="1" i="0">
                <a:solidFill>
                  <a:srgbClr val="2DD4BF"/>
                </a:solidFill>
              </a:defRPr>
            </a:lvl2pPr>
            <a:lvl3pPr algn="ctr">
              <a:defRPr sz="1050" b="1" i="0">
                <a:solidFill>
                  <a:srgbClr val="2DD4BF"/>
                </a:solidFill>
              </a:defRPr>
            </a:lvl3pPr>
            <a:lvl4pPr algn="ctr">
              <a:defRPr sz="1050" b="1" i="0">
                <a:solidFill>
                  <a:srgbClr val="2DD4BF"/>
                </a:solidFill>
              </a:defRPr>
            </a:lvl4pPr>
            <a:lvl5pPr algn="ctr">
              <a:defRPr sz="1050" b="1" i="0">
                <a:solidFill>
                  <a:srgbClr val="2DD4BF"/>
                </a:solidFill>
              </a:defRPr>
            </a:lvl5pPr>
            <a:lvl6pPr algn="ctr">
              <a:defRPr sz="1050" b="1" i="0">
                <a:solidFill>
                  <a:srgbClr val="2DD4BF"/>
                </a:solidFill>
              </a:defRPr>
            </a:lvl6pPr>
            <a:lvl7pPr algn="ctr">
              <a:defRPr sz="1050" b="1" i="0">
                <a:solidFill>
                  <a:srgbClr val="2DD4BF"/>
                </a:solidFill>
              </a:defRPr>
            </a:lvl7pPr>
            <a:lvl8pPr algn="ctr">
              <a:defRPr sz="1050" b="1" i="0">
                <a:solidFill>
                  <a:srgbClr val="2DD4BF"/>
                </a:solidFill>
              </a:defRPr>
            </a:lvl8pPr>
            <a:lvl9pPr algn="ctr">
              <a:defRPr sz="1050" b="1" i="0">
                <a:solidFill>
                  <a:srgbClr val="2DD4BF"/>
                </a:solidFill>
              </a:defRPr>
            </a:lvl9pPr>
          </a:lstStyle>
          <a:p xmlns:a="http://schemas.openxmlformats.org/drawingml/2006/main">
            <a:pPr algn="ctr">
              <a:defRPr sz="1050" b="1" i="0">
                <a:solidFill>
                  <a:srgbClr val="2DD4BF"/>
                </a:solidFill>
              </a:defRPr>
            </a:pPr>
            <a:r>
              <a:rPr sz="1050" b="1" i="0">
                <a:solidFill>
                  <a:srgbClr val="2DD4BF"/>
                </a:solidFill>
              </a:rPr>
              <a:t>109 destination flows</a:t>
            </a:r>
          </a:p>
        </p:txBody>
      </p:sp>
      <p:sp>
        <p:nvSpPr>
          <p:cNvPr id="21" name="">
            <a:extLst xmlns:a="http://schemas.openxmlformats.org/drawingml/2006/main">
              <a:ext uri="{FF2B5EF4-FFF2-40B4-BE49-F238E27FC236}">
                <a16:creationId xmlns:a16="http://schemas.microsoft.com/office/drawing/2014/main" id="{2A0A18CF-DDD2-4683-B96C-6F2BFC9862FD}"/>
              </a:ext>
            </a:extLst>
          </p:cNvPr>
          <p:cNvSpPr>
            <a:spLocks xmlns:a="http://schemas.openxmlformats.org/drawingml/2006/main" noGrp="1"/>
          </p:cNvSpPr>
          <p:nvPr/>
        </p:nvSpPr>
        <p:spPr>
          <a:xfrm xmlns:a="http://schemas.openxmlformats.org/drawingml/2006/main">
            <a:off x="7715250" y="5095875"/>
            <a:ext cx="2619375" cy="323850"/>
          </a:xfrm>
          <a:prstGeom xmlns:a="http://schemas.openxmlformats.org/drawingml/2006/main" prst="roundRect">
            <a:avLst>
              <a:gd name="adj" fmla="val 35294"/>
            </a:avLst>
          </a:prstGeom>
          <a:solidFill xmlns:a="http://schemas.openxmlformats.org/drawingml/2006/main">
            <a:srgbClr val="12233A"/>
          </a:solidFill>
          <a:ln xmlns:a="http://schemas.openxmlformats.org/drawingml/2006/main" w="9525">
            <a:solidFill>
              <a:srgbClr val="FBBF24"/>
            </a:solidFill>
            <a:prstDash val="solid"/>
          </a:ln>
        </p:spPr>
      </p:sp>
      <p:sp>
        <p:nvSpPr>
          <p:cNvPr id="22" name="">
            <a:extLst xmlns:a="http://schemas.openxmlformats.org/drawingml/2006/main">
              <a:ext uri="{FF2B5EF4-FFF2-40B4-BE49-F238E27FC236}">
                <a16:creationId xmlns:a16="http://schemas.microsoft.com/office/drawing/2014/main" id="{52A237C2-32D9-438F-A726-66D2F207B0EB}"/>
              </a:ext>
            </a:extLst>
          </p:cNvPr>
          <p:cNvSpPr>
            <a:spLocks xmlns:a="http://schemas.openxmlformats.org/drawingml/2006/main" noGrp="1"/>
          </p:cNvSpPr>
          <p:nvPr/>
        </p:nvSpPr>
        <p:spPr>
          <a:xfrm xmlns:a="http://schemas.openxmlformats.org/drawingml/2006/main">
            <a:off x="7810500" y="5124450"/>
            <a:ext cx="242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i="0">
                <a:solidFill>
                  <a:srgbClr val="FBBF24"/>
                </a:solidFill>
              </a:defRPr>
            </a:defPPr>
            <a:lvl1pPr algn="ctr">
              <a:defRPr sz="1050" b="1" i="0">
                <a:solidFill>
                  <a:srgbClr val="FBBF24"/>
                </a:solidFill>
              </a:defRPr>
            </a:lvl1pPr>
            <a:lvl2pPr algn="ctr">
              <a:defRPr sz="1050" b="1" i="0">
                <a:solidFill>
                  <a:srgbClr val="FBBF24"/>
                </a:solidFill>
              </a:defRPr>
            </a:lvl2pPr>
            <a:lvl3pPr algn="ctr">
              <a:defRPr sz="1050" b="1" i="0">
                <a:solidFill>
                  <a:srgbClr val="FBBF24"/>
                </a:solidFill>
              </a:defRPr>
            </a:lvl3pPr>
            <a:lvl4pPr algn="ctr">
              <a:defRPr sz="1050" b="1" i="0">
                <a:solidFill>
                  <a:srgbClr val="FBBF24"/>
                </a:solidFill>
              </a:defRPr>
            </a:lvl4pPr>
            <a:lvl5pPr algn="ctr">
              <a:defRPr sz="1050" b="1" i="0">
                <a:solidFill>
                  <a:srgbClr val="FBBF24"/>
                </a:solidFill>
              </a:defRPr>
            </a:lvl5pPr>
            <a:lvl6pPr algn="ctr">
              <a:defRPr sz="1050" b="1" i="0">
                <a:solidFill>
                  <a:srgbClr val="FBBF24"/>
                </a:solidFill>
              </a:defRPr>
            </a:lvl6pPr>
            <a:lvl7pPr algn="ctr">
              <a:defRPr sz="1050" b="1" i="0">
                <a:solidFill>
                  <a:srgbClr val="FBBF24"/>
                </a:solidFill>
              </a:defRPr>
            </a:lvl7pPr>
            <a:lvl8pPr algn="ctr">
              <a:defRPr sz="1050" b="1" i="0">
                <a:solidFill>
                  <a:srgbClr val="FBBF24"/>
                </a:solidFill>
              </a:defRPr>
            </a:lvl8pPr>
            <a:lvl9pPr algn="ctr">
              <a:defRPr sz="1050" b="1" i="0">
                <a:solidFill>
                  <a:srgbClr val="FBBF24"/>
                </a:solidFill>
              </a:defRPr>
            </a:lvl9pPr>
          </a:lstStyle>
          <a:p xmlns:a="http://schemas.openxmlformats.org/drawingml/2006/main">
            <a:pPr algn="ctr">
              <a:defRPr sz="1050" b="1" i="0">
                <a:solidFill>
                  <a:srgbClr val="FBBF24"/>
                </a:solidFill>
              </a:defRPr>
            </a:pPr>
            <a:r>
              <a:rPr sz="1050" b="1" i="0">
                <a:solidFill>
                  <a:srgbClr val="FBBF24"/>
                </a:solidFill>
              </a:rPr>
              <a:t>37 high-review flows</a:t>
            </a:r>
          </a:p>
        </p:txBody>
      </p:sp>
      <p:sp>
        <p:nvSpPr>
          <p:cNvPr id="23" name="">
            <a:extLst xmlns:a="http://schemas.openxmlformats.org/drawingml/2006/main">
              <a:ext uri="{FF2B5EF4-FFF2-40B4-BE49-F238E27FC236}">
                <a16:creationId xmlns:a16="http://schemas.microsoft.com/office/drawing/2014/main" id="{DE6F79C0-69FA-4DD6-943A-724E017A9E1B}"/>
              </a:ext>
            </a:extLst>
          </p:cNvPr>
          <p:cNvSpPr>
            <a:spLocks xmlns:a="http://schemas.openxmlformats.org/drawingml/2006/main" noGrp="1"/>
          </p:cNvSpPr>
          <p:nvPr/>
        </p:nvSpPr>
        <p:spPr>
          <a:xfrm xmlns:a="http://schemas.openxmlformats.org/drawingml/2006/main">
            <a:off x="1143000" y="5743575"/>
            <a:ext cx="919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i="0">
                <a:solidFill>
                  <a:srgbClr val="9AAAC0"/>
                </a:solidFill>
              </a:defRPr>
            </a:defPPr>
            <a:lvl1pPr algn="ctr">
              <a:defRPr sz="1275" b="0" i="0">
                <a:solidFill>
                  <a:srgbClr val="9AAAC0"/>
                </a:solidFill>
              </a:defRPr>
            </a:lvl1pPr>
            <a:lvl2pPr algn="ctr">
              <a:defRPr sz="1275" b="0" i="0">
                <a:solidFill>
                  <a:srgbClr val="9AAAC0"/>
                </a:solidFill>
              </a:defRPr>
            </a:lvl2pPr>
            <a:lvl3pPr algn="ctr">
              <a:defRPr sz="1275" b="0" i="0">
                <a:solidFill>
                  <a:srgbClr val="9AAAC0"/>
                </a:solidFill>
              </a:defRPr>
            </a:lvl3pPr>
            <a:lvl4pPr algn="ctr">
              <a:defRPr sz="1275" b="0" i="0">
                <a:solidFill>
                  <a:srgbClr val="9AAAC0"/>
                </a:solidFill>
              </a:defRPr>
            </a:lvl4pPr>
            <a:lvl5pPr algn="ctr">
              <a:defRPr sz="1275" b="0" i="0">
                <a:solidFill>
                  <a:srgbClr val="9AAAC0"/>
                </a:solidFill>
              </a:defRPr>
            </a:lvl5pPr>
            <a:lvl6pPr algn="ctr">
              <a:defRPr sz="1275" b="0" i="0">
                <a:solidFill>
                  <a:srgbClr val="9AAAC0"/>
                </a:solidFill>
              </a:defRPr>
            </a:lvl6pPr>
            <a:lvl7pPr algn="ctr">
              <a:defRPr sz="1275" b="0" i="0">
                <a:solidFill>
                  <a:srgbClr val="9AAAC0"/>
                </a:solidFill>
              </a:defRPr>
            </a:lvl7pPr>
            <a:lvl8pPr algn="ctr">
              <a:defRPr sz="1275" b="0" i="0">
                <a:solidFill>
                  <a:srgbClr val="9AAAC0"/>
                </a:solidFill>
              </a:defRPr>
            </a:lvl8pPr>
            <a:lvl9pPr algn="ctr">
              <a:defRPr sz="1275" b="0" i="0">
                <a:solidFill>
                  <a:srgbClr val="9AAAC0"/>
                </a:solidFill>
              </a:defRPr>
            </a:lvl9pPr>
          </a:lstStyle>
          <a:p xmlns:a="http://schemas.openxmlformats.org/drawingml/2006/main">
            <a:pPr algn="ctr">
              <a:defRPr sz="1275" b="0" i="0">
                <a:solidFill>
                  <a:srgbClr val="9AAAC0"/>
                </a:solidFill>
              </a:defRPr>
            </a:pPr>
            <a:r>
              <a:rPr sz="1275" b="0" i="0">
                <a:solidFill>
                  <a:srgbClr val="9AAAC0"/>
                </a:solidFill>
              </a:rPr>
              <a:t>Examples include analytics, crash reporting, advertising and payment services. Contact alone is not a violation; the transmitted data determines the review priority.</a:t>
            </a:r>
          </a:p>
        </p:txBody>
      </p:sp>
      <p:sp>
        <p:nvSpPr>
          <p:cNvPr id="24" name="">
            <a:extLst xmlns:a="http://schemas.openxmlformats.org/drawingml/2006/main">
              <a:ext uri="{FF2B5EF4-FFF2-40B4-BE49-F238E27FC236}">
                <a16:creationId xmlns:a16="http://schemas.microsoft.com/office/drawing/2014/main" id="{C01D8001-442C-4FE5-A3A7-14FA01C1148B}"/>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25" name="">
            <a:extLst xmlns:a="http://schemas.openxmlformats.org/drawingml/2006/main">
              <a:ext uri="{FF2B5EF4-FFF2-40B4-BE49-F238E27FC236}">
                <a16:creationId xmlns:a16="http://schemas.microsoft.com/office/drawing/2014/main" id="{EA9DD705-F10A-45B8-B1F5-80BB982D66CD}"/>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1320662151"/>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6F80C0-EF3B-453D-87AB-E74FE08D138E}"/>
              </a:ext>
            </a:extLst>
          </p:cNvPr>
          <p:cNvSpPr>
            <a:spLocks xmlns:a="http://schemas.openxmlformats.org/drawingml/2006/main" noGrp="1"/>
          </p:cNvSpPr>
          <p:nvPr/>
        </p:nvSpPr>
        <p:spPr>
          <a:xfrm xmlns:a="http://schemas.openxmlformats.org/drawingml/2006/main">
            <a:off x="666750" y="36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i="0">
                <a:solidFill>
                  <a:srgbClr val="22D3EE"/>
                </a:solidFill>
              </a:defRPr>
            </a:defPPr>
            <a:lvl1pPr algn="l">
              <a:defRPr sz="975" b="1" i="0">
                <a:solidFill>
                  <a:srgbClr val="22D3EE"/>
                </a:solidFill>
              </a:defRPr>
            </a:lvl1pPr>
            <a:lvl2pPr algn="l">
              <a:defRPr sz="975" b="1" i="0">
                <a:solidFill>
                  <a:srgbClr val="22D3EE"/>
                </a:solidFill>
              </a:defRPr>
            </a:lvl2pPr>
            <a:lvl3pPr algn="l">
              <a:defRPr sz="975" b="1" i="0">
                <a:solidFill>
                  <a:srgbClr val="22D3EE"/>
                </a:solidFill>
              </a:defRPr>
            </a:lvl3pPr>
            <a:lvl4pPr algn="l">
              <a:defRPr sz="975" b="1" i="0">
                <a:solidFill>
                  <a:srgbClr val="22D3EE"/>
                </a:solidFill>
              </a:defRPr>
            </a:lvl4pPr>
            <a:lvl5pPr algn="l">
              <a:defRPr sz="975" b="1" i="0">
                <a:solidFill>
                  <a:srgbClr val="22D3EE"/>
                </a:solidFill>
              </a:defRPr>
            </a:lvl5pPr>
            <a:lvl6pPr algn="l">
              <a:defRPr sz="975" b="1" i="0">
                <a:solidFill>
                  <a:srgbClr val="22D3EE"/>
                </a:solidFill>
              </a:defRPr>
            </a:lvl6pPr>
            <a:lvl7pPr algn="l">
              <a:defRPr sz="975" b="1" i="0">
                <a:solidFill>
                  <a:srgbClr val="22D3EE"/>
                </a:solidFill>
              </a:defRPr>
            </a:lvl7pPr>
            <a:lvl8pPr algn="l">
              <a:defRPr sz="975" b="1" i="0">
                <a:solidFill>
                  <a:srgbClr val="22D3EE"/>
                </a:solidFill>
              </a:defRPr>
            </a:lvl8pPr>
            <a:lvl9pPr algn="l">
              <a:defRPr sz="975" b="1" i="0">
                <a:solidFill>
                  <a:srgbClr val="22D3EE"/>
                </a:solidFill>
              </a:defRPr>
            </a:lvl9pPr>
          </a:lstStyle>
          <a:p xmlns:a="http://schemas.openxmlformats.org/drawingml/2006/main">
            <a:pPr algn="l">
              <a:defRPr sz="975" b="1" i="0">
                <a:solidFill>
                  <a:srgbClr val="22D3EE"/>
                </a:solidFill>
              </a:defRPr>
            </a:pPr>
            <a:r>
              <a:rPr sz="975" b="1" i="0">
                <a:solidFill>
                  <a:srgbClr val="22D3EE"/>
                </a:solidFill>
              </a:rPr>
              <a:t>LIMITATIONS</a:t>
            </a:r>
          </a:p>
        </p:txBody>
      </p:sp>
      <p:sp>
        <p:nvSpPr>
          <p:cNvPr id="2" name="">
            <a:extLst xmlns:a="http://schemas.openxmlformats.org/drawingml/2006/main">
              <a:ext uri="{FF2B5EF4-FFF2-40B4-BE49-F238E27FC236}">
                <a16:creationId xmlns:a16="http://schemas.microsoft.com/office/drawing/2014/main" id="{523A8B4C-6805-44F0-9648-DF6CEF187BDD}"/>
              </a:ext>
            </a:extLst>
          </p:cNvPr>
          <p:cNvSpPr>
            <a:spLocks xmlns:a="http://schemas.openxmlformats.org/drawingml/2006/main" noGrp="1"/>
          </p:cNvSpPr>
          <p:nvPr/>
        </p:nvSpPr>
        <p:spPr>
          <a:xfrm xmlns:a="http://schemas.openxmlformats.org/drawingml/2006/main">
            <a:off x="666750" y="6667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i="0">
                <a:solidFill>
                  <a:srgbClr val="F8FAFC"/>
                </a:solidFill>
              </a:defRPr>
            </a:defPPr>
            <a:lvl1pPr algn="l">
              <a:defRPr sz="2700" b="1" i="0">
                <a:solidFill>
                  <a:srgbClr val="F8FAFC"/>
                </a:solidFill>
              </a:defRPr>
            </a:lvl1pPr>
            <a:lvl2pPr algn="l">
              <a:defRPr sz="2700" b="1" i="0">
                <a:solidFill>
                  <a:srgbClr val="F8FAFC"/>
                </a:solidFill>
              </a:defRPr>
            </a:lvl2pPr>
            <a:lvl3pPr algn="l">
              <a:defRPr sz="2700" b="1" i="0">
                <a:solidFill>
                  <a:srgbClr val="F8FAFC"/>
                </a:solidFill>
              </a:defRPr>
            </a:lvl3pPr>
            <a:lvl4pPr algn="l">
              <a:defRPr sz="2700" b="1" i="0">
                <a:solidFill>
                  <a:srgbClr val="F8FAFC"/>
                </a:solidFill>
              </a:defRPr>
            </a:lvl4pPr>
            <a:lvl5pPr algn="l">
              <a:defRPr sz="2700" b="1" i="0">
                <a:solidFill>
                  <a:srgbClr val="F8FAFC"/>
                </a:solidFill>
              </a:defRPr>
            </a:lvl5pPr>
            <a:lvl6pPr algn="l">
              <a:defRPr sz="2700" b="1" i="0">
                <a:solidFill>
                  <a:srgbClr val="F8FAFC"/>
                </a:solidFill>
              </a:defRPr>
            </a:lvl6pPr>
            <a:lvl7pPr algn="l">
              <a:defRPr sz="2700" b="1" i="0">
                <a:solidFill>
                  <a:srgbClr val="F8FAFC"/>
                </a:solidFill>
              </a:defRPr>
            </a:lvl7pPr>
            <a:lvl8pPr algn="l">
              <a:defRPr sz="2700" b="1" i="0">
                <a:solidFill>
                  <a:srgbClr val="F8FAFC"/>
                </a:solidFill>
              </a:defRPr>
            </a:lvl8pPr>
            <a:lvl9pPr algn="l">
              <a:defRPr sz="2700" b="1" i="0">
                <a:solidFill>
                  <a:srgbClr val="F8FAFC"/>
                </a:solidFill>
              </a:defRPr>
            </a:lvl9pPr>
          </a:lstStyle>
          <a:p xmlns:a="http://schemas.openxmlformats.org/drawingml/2006/main">
            <a:pPr algn="l">
              <a:defRPr sz="2700" b="1" i="0">
                <a:solidFill>
                  <a:srgbClr val="F8FAFC"/>
                </a:solidFill>
              </a:defRPr>
            </a:pPr>
            <a:r>
              <a:rPr sz="2700" b="1" i="0">
                <a:solidFill>
                  <a:srgbClr val="F8FAFC"/>
                </a:solidFill>
              </a:rPr>
              <a:t>What the framework cannot prove</a:t>
            </a:r>
          </a:p>
        </p:txBody>
      </p:sp>
      <p:sp>
        <p:nvSpPr>
          <p:cNvPr id="3" name="">
            <a:extLst xmlns:a="http://schemas.openxmlformats.org/drawingml/2006/main">
              <a:ext uri="{FF2B5EF4-FFF2-40B4-BE49-F238E27FC236}">
                <a16:creationId xmlns:a16="http://schemas.microsoft.com/office/drawing/2014/main" id="{B7BFDF73-EACA-4241-B601-6808CA48D1FC}"/>
              </a:ext>
            </a:extLst>
          </p:cNvPr>
          <p:cNvSpPr>
            <a:spLocks xmlns:a="http://schemas.openxmlformats.org/drawingml/2006/main" noGrp="1"/>
          </p:cNvSpPr>
          <p:nvPr/>
        </p:nvSpPr>
        <p:spPr>
          <a:xfrm xmlns:a="http://schemas.openxmlformats.org/drawingml/2006/main">
            <a:off x="11049000" y="47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i="0">
                <a:solidFill>
                  <a:srgbClr val="9AAAC0"/>
                </a:solidFill>
              </a:defRPr>
            </a:defPPr>
            <a:lvl1pPr algn="r">
              <a:defRPr sz="1050" b="1" i="0">
                <a:solidFill>
                  <a:srgbClr val="9AAAC0"/>
                </a:solidFill>
              </a:defRPr>
            </a:lvl1pPr>
            <a:lvl2pPr algn="r">
              <a:defRPr sz="1050" b="1" i="0">
                <a:solidFill>
                  <a:srgbClr val="9AAAC0"/>
                </a:solidFill>
              </a:defRPr>
            </a:lvl2pPr>
            <a:lvl3pPr algn="r">
              <a:defRPr sz="1050" b="1" i="0">
                <a:solidFill>
                  <a:srgbClr val="9AAAC0"/>
                </a:solidFill>
              </a:defRPr>
            </a:lvl3pPr>
            <a:lvl4pPr algn="r">
              <a:defRPr sz="1050" b="1" i="0">
                <a:solidFill>
                  <a:srgbClr val="9AAAC0"/>
                </a:solidFill>
              </a:defRPr>
            </a:lvl4pPr>
            <a:lvl5pPr algn="r">
              <a:defRPr sz="1050" b="1" i="0">
                <a:solidFill>
                  <a:srgbClr val="9AAAC0"/>
                </a:solidFill>
              </a:defRPr>
            </a:lvl5pPr>
            <a:lvl6pPr algn="r">
              <a:defRPr sz="1050" b="1" i="0">
                <a:solidFill>
                  <a:srgbClr val="9AAAC0"/>
                </a:solidFill>
              </a:defRPr>
            </a:lvl6pPr>
            <a:lvl7pPr algn="r">
              <a:defRPr sz="1050" b="1" i="0">
                <a:solidFill>
                  <a:srgbClr val="9AAAC0"/>
                </a:solidFill>
              </a:defRPr>
            </a:lvl7pPr>
            <a:lvl8pPr algn="r">
              <a:defRPr sz="1050" b="1" i="0">
                <a:solidFill>
                  <a:srgbClr val="9AAAC0"/>
                </a:solidFill>
              </a:defRPr>
            </a:lvl8pPr>
            <a:lvl9pPr algn="r">
              <a:defRPr sz="1050" b="1" i="0">
                <a:solidFill>
                  <a:srgbClr val="9AAAC0"/>
                </a:solidFill>
              </a:defRPr>
            </a:lvl9pPr>
          </a:lstStyle>
          <a:p xmlns:a="http://schemas.openxmlformats.org/drawingml/2006/main">
            <a:pPr algn="r">
              <a:defRPr sz="1050" b="1" i="0">
                <a:solidFill>
                  <a:srgbClr val="9AAAC0"/>
                </a:solidFill>
              </a:defRPr>
            </a:pPr>
            <a:r>
              <a:rPr sz="1050" b="1" i="0">
                <a:solidFill>
                  <a:srgbClr val="9AAAC0"/>
                </a:solidFill>
              </a:rPr>
              <a:t>12</a:t>
            </a:r>
          </a:p>
        </p:txBody>
      </p:sp>
      <p:sp>
        <p:nvSpPr>
          <p:cNvPr id="4" name="">
            <a:extLst xmlns:a="http://schemas.openxmlformats.org/drawingml/2006/main">
              <a:ext uri="{FF2B5EF4-FFF2-40B4-BE49-F238E27FC236}">
                <a16:creationId xmlns:a16="http://schemas.microsoft.com/office/drawing/2014/main" id="{11D46FB4-BF0E-4F66-ADF6-5CE253BF1FEA}"/>
              </a:ext>
            </a:extLst>
          </p:cNvPr>
          <p:cNvSpPr>
            <a:spLocks xmlns:a="http://schemas.openxmlformats.org/drawingml/2006/main" noGrp="1"/>
          </p:cNvSpPr>
          <p:nvPr/>
        </p:nvSpPr>
        <p:spPr>
          <a:xfrm xmlns:a="http://schemas.openxmlformats.org/drawingml/2006/main">
            <a:off x="666750" y="1257300"/>
            <a:ext cx="10858500" cy="19050"/>
          </a:xfrm>
          <a:prstGeom xmlns:a="http://schemas.openxmlformats.org/drawingml/2006/main" prst="rect">
            <a:avLst/>
          </a:prstGeom>
          <a:solidFill xmlns:a="http://schemas.openxmlformats.org/drawingml/2006/main">
            <a:srgbClr val="26364D"/>
          </a:solidFill>
          <a:ln xmlns:a="http://schemas.openxmlformats.org/drawingml/2006/main" w="0">
            <a:solidFill>
              <a:srgbClr val="26364D"/>
            </a:solidFill>
            <a:prstDash val="solid"/>
          </a:ln>
        </p:spPr>
      </p:sp>
      <p:sp>
        <p:nvSpPr>
          <p:cNvPr id="5" name="">
            <a:extLst xmlns:a="http://schemas.openxmlformats.org/drawingml/2006/main">
              <a:ext uri="{FF2B5EF4-FFF2-40B4-BE49-F238E27FC236}">
                <a16:creationId xmlns:a16="http://schemas.microsoft.com/office/drawing/2014/main" id="{592BA9A2-DA7E-4CE9-9283-73452763B67C}"/>
              </a:ext>
            </a:extLst>
          </p:cNvPr>
          <p:cNvSpPr>
            <a:spLocks xmlns:a="http://schemas.openxmlformats.org/drawingml/2006/main" noGrp="1"/>
          </p:cNvSpPr>
          <p:nvPr/>
        </p:nvSpPr>
        <p:spPr>
          <a:xfrm xmlns:a="http://schemas.openxmlformats.org/drawingml/2006/main">
            <a:off x="857250" y="16668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i="0">
                <a:solidFill>
                  <a:srgbClr val="FBBF24"/>
                </a:solidFill>
              </a:defRPr>
            </a:defPPr>
            <a:lvl1pPr algn="l">
              <a:defRPr sz="1125" b="1" i="0">
                <a:solidFill>
                  <a:srgbClr val="FBBF24"/>
                </a:solidFill>
              </a:defRPr>
            </a:lvl1pPr>
            <a:lvl2pPr algn="l">
              <a:defRPr sz="1125" b="1" i="0">
                <a:solidFill>
                  <a:srgbClr val="FBBF24"/>
                </a:solidFill>
              </a:defRPr>
            </a:lvl2pPr>
            <a:lvl3pPr algn="l">
              <a:defRPr sz="1125" b="1" i="0">
                <a:solidFill>
                  <a:srgbClr val="FBBF24"/>
                </a:solidFill>
              </a:defRPr>
            </a:lvl3pPr>
            <a:lvl4pPr algn="l">
              <a:defRPr sz="1125" b="1" i="0">
                <a:solidFill>
                  <a:srgbClr val="FBBF24"/>
                </a:solidFill>
              </a:defRPr>
            </a:lvl4pPr>
            <a:lvl5pPr algn="l">
              <a:defRPr sz="1125" b="1" i="0">
                <a:solidFill>
                  <a:srgbClr val="FBBF24"/>
                </a:solidFill>
              </a:defRPr>
            </a:lvl5pPr>
            <a:lvl6pPr algn="l">
              <a:defRPr sz="1125" b="1" i="0">
                <a:solidFill>
                  <a:srgbClr val="FBBF24"/>
                </a:solidFill>
              </a:defRPr>
            </a:lvl6pPr>
            <a:lvl7pPr algn="l">
              <a:defRPr sz="1125" b="1" i="0">
                <a:solidFill>
                  <a:srgbClr val="FBBF24"/>
                </a:solidFill>
              </a:defRPr>
            </a:lvl7pPr>
            <a:lvl8pPr algn="l">
              <a:defRPr sz="1125" b="1" i="0">
                <a:solidFill>
                  <a:srgbClr val="FBBF24"/>
                </a:solidFill>
              </a:defRPr>
            </a:lvl8pPr>
            <a:lvl9pPr algn="l">
              <a:defRPr sz="1125" b="1" i="0">
                <a:solidFill>
                  <a:srgbClr val="FBBF24"/>
                </a:solidFill>
              </a:defRPr>
            </a:lvl9pPr>
          </a:lstStyle>
          <a:p xmlns:a="http://schemas.openxmlformats.org/drawingml/2006/main">
            <a:pPr algn="l">
              <a:defRPr sz="1125" b="1" i="0">
                <a:solidFill>
                  <a:srgbClr val="FBBF24"/>
                </a:solidFill>
              </a:defRPr>
            </a:pPr>
            <a:r>
              <a:rPr sz="1125" b="1" i="0">
                <a:solidFill>
                  <a:srgbClr val="FBBF24"/>
                </a:solidFill>
              </a:rPr>
              <a:t>01</a:t>
            </a:r>
          </a:p>
        </p:txBody>
      </p:sp>
      <p:sp>
        <p:nvSpPr>
          <p:cNvPr id="6" name="">
            <a:extLst xmlns:a="http://schemas.openxmlformats.org/drawingml/2006/main">
              <a:ext uri="{FF2B5EF4-FFF2-40B4-BE49-F238E27FC236}">
                <a16:creationId xmlns:a16="http://schemas.microsoft.com/office/drawing/2014/main" id="{5BC2152D-DA55-40D4-AFFB-9282D94C4F8E}"/>
              </a:ext>
            </a:extLst>
          </p:cNvPr>
          <p:cNvSpPr>
            <a:spLocks xmlns:a="http://schemas.openxmlformats.org/drawingml/2006/main" noGrp="1"/>
          </p:cNvSpPr>
          <p:nvPr/>
        </p:nvSpPr>
        <p:spPr>
          <a:xfrm xmlns:a="http://schemas.openxmlformats.org/drawingml/2006/main">
            <a:off x="1524000" y="1619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Capture coverage</a:t>
            </a:r>
          </a:p>
        </p:txBody>
      </p:sp>
      <p:sp>
        <p:nvSpPr>
          <p:cNvPr id="7" name="">
            <a:extLst xmlns:a="http://schemas.openxmlformats.org/drawingml/2006/main">
              <a:ext uri="{FF2B5EF4-FFF2-40B4-BE49-F238E27FC236}">
                <a16:creationId xmlns:a16="http://schemas.microsoft.com/office/drawing/2014/main" id="{5B6252A6-A17D-465D-BF41-FCDC99AAE8D3}"/>
              </a:ext>
            </a:extLst>
          </p:cNvPr>
          <p:cNvSpPr>
            <a:spLocks xmlns:a="http://schemas.openxmlformats.org/drawingml/2006/main" noGrp="1"/>
          </p:cNvSpPr>
          <p:nvPr/>
        </p:nvSpPr>
        <p:spPr>
          <a:xfrm xmlns:a="http://schemas.openxmlformats.org/drawingml/2006/main">
            <a:off x="4476750" y="161925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Only behaviour triggered during the test session can be observed.</a:t>
            </a:r>
          </a:p>
        </p:txBody>
      </p:sp>
      <p:sp>
        <p:nvSpPr>
          <p:cNvPr id="8" name="">
            <a:extLst xmlns:a="http://schemas.openxmlformats.org/drawingml/2006/main">
              <a:ext uri="{FF2B5EF4-FFF2-40B4-BE49-F238E27FC236}">
                <a16:creationId xmlns:a16="http://schemas.microsoft.com/office/drawing/2014/main" id="{3B214272-72C6-43A7-92E2-6373103EFB71}"/>
              </a:ext>
            </a:extLst>
          </p:cNvPr>
          <p:cNvSpPr>
            <a:spLocks xmlns:a="http://schemas.openxmlformats.org/drawingml/2006/main" noGrp="1"/>
          </p:cNvSpPr>
          <p:nvPr/>
        </p:nvSpPr>
        <p:spPr>
          <a:xfrm xmlns:a="http://schemas.openxmlformats.org/drawingml/2006/main">
            <a:off x="857250" y="26670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i="0">
                <a:solidFill>
                  <a:srgbClr val="FBBF24"/>
                </a:solidFill>
              </a:defRPr>
            </a:defPPr>
            <a:lvl1pPr algn="l">
              <a:defRPr sz="1125" b="1" i="0">
                <a:solidFill>
                  <a:srgbClr val="FBBF24"/>
                </a:solidFill>
              </a:defRPr>
            </a:lvl1pPr>
            <a:lvl2pPr algn="l">
              <a:defRPr sz="1125" b="1" i="0">
                <a:solidFill>
                  <a:srgbClr val="FBBF24"/>
                </a:solidFill>
              </a:defRPr>
            </a:lvl2pPr>
            <a:lvl3pPr algn="l">
              <a:defRPr sz="1125" b="1" i="0">
                <a:solidFill>
                  <a:srgbClr val="FBBF24"/>
                </a:solidFill>
              </a:defRPr>
            </a:lvl3pPr>
            <a:lvl4pPr algn="l">
              <a:defRPr sz="1125" b="1" i="0">
                <a:solidFill>
                  <a:srgbClr val="FBBF24"/>
                </a:solidFill>
              </a:defRPr>
            </a:lvl4pPr>
            <a:lvl5pPr algn="l">
              <a:defRPr sz="1125" b="1" i="0">
                <a:solidFill>
                  <a:srgbClr val="FBBF24"/>
                </a:solidFill>
              </a:defRPr>
            </a:lvl5pPr>
            <a:lvl6pPr algn="l">
              <a:defRPr sz="1125" b="1" i="0">
                <a:solidFill>
                  <a:srgbClr val="FBBF24"/>
                </a:solidFill>
              </a:defRPr>
            </a:lvl6pPr>
            <a:lvl7pPr algn="l">
              <a:defRPr sz="1125" b="1" i="0">
                <a:solidFill>
                  <a:srgbClr val="FBBF24"/>
                </a:solidFill>
              </a:defRPr>
            </a:lvl7pPr>
            <a:lvl8pPr algn="l">
              <a:defRPr sz="1125" b="1" i="0">
                <a:solidFill>
                  <a:srgbClr val="FBBF24"/>
                </a:solidFill>
              </a:defRPr>
            </a:lvl8pPr>
            <a:lvl9pPr algn="l">
              <a:defRPr sz="1125" b="1" i="0">
                <a:solidFill>
                  <a:srgbClr val="FBBF24"/>
                </a:solidFill>
              </a:defRPr>
            </a:lvl9pPr>
          </a:lstStyle>
          <a:p xmlns:a="http://schemas.openxmlformats.org/drawingml/2006/main">
            <a:pPr algn="l">
              <a:defRPr sz="1125" b="1" i="0">
                <a:solidFill>
                  <a:srgbClr val="FBBF24"/>
                </a:solidFill>
              </a:defRPr>
            </a:pPr>
            <a:r>
              <a:rPr sz="1125" b="1" i="0">
                <a:solidFill>
                  <a:srgbClr val="FBBF24"/>
                </a:solidFill>
              </a:rPr>
              <a:t>02</a:t>
            </a:r>
          </a:p>
        </p:txBody>
      </p:sp>
      <p:sp>
        <p:nvSpPr>
          <p:cNvPr id="9" name="">
            <a:extLst xmlns:a="http://schemas.openxmlformats.org/drawingml/2006/main">
              <a:ext uri="{FF2B5EF4-FFF2-40B4-BE49-F238E27FC236}">
                <a16:creationId xmlns:a16="http://schemas.microsoft.com/office/drawing/2014/main" id="{48FBFD00-307F-4967-9F22-5E0716D23B00}"/>
              </a:ext>
            </a:extLst>
          </p:cNvPr>
          <p:cNvSpPr>
            <a:spLocks xmlns:a="http://schemas.openxmlformats.org/drawingml/2006/main" noGrp="1"/>
          </p:cNvSpPr>
          <p:nvPr/>
        </p:nvSpPr>
        <p:spPr>
          <a:xfrm xmlns:a="http://schemas.openxmlformats.org/drawingml/2006/main">
            <a:off x="1524000" y="26193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Encrypted or pinned traffic</a:t>
            </a:r>
          </a:p>
        </p:txBody>
      </p:sp>
      <p:sp>
        <p:nvSpPr>
          <p:cNvPr id="10" name="">
            <a:extLst xmlns:a="http://schemas.openxmlformats.org/drawingml/2006/main">
              <a:ext uri="{FF2B5EF4-FFF2-40B4-BE49-F238E27FC236}">
                <a16:creationId xmlns:a16="http://schemas.microsoft.com/office/drawing/2014/main" id="{B09047B5-4F86-4FE7-AE21-0B382584ABFE}"/>
              </a:ext>
            </a:extLst>
          </p:cNvPr>
          <p:cNvSpPr>
            <a:spLocks xmlns:a="http://schemas.openxmlformats.org/drawingml/2006/main" noGrp="1"/>
          </p:cNvSpPr>
          <p:nvPr/>
        </p:nvSpPr>
        <p:spPr>
          <a:xfrm xmlns:a="http://schemas.openxmlformats.org/drawingml/2006/main">
            <a:off x="4476750" y="2619375"/>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Some traffic may remain unavailable even in a controlled environment.</a:t>
            </a:r>
          </a:p>
        </p:txBody>
      </p:sp>
      <p:sp>
        <p:nvSpPr>
          <p:cNvPr id="11" name="">
            <a:extLst xmlns:a="http://schemas.openxmlformats.org/drawingml/2006/main">
              <a:ext uri="{FF2B5EF4-FFF2-40B4-BE49-F238E27FC236}">
                <a16:creationId xmlns:a16="http://schemas.microsoft.com/office/drawing/2014/main" id="{04F3DD6C-3C07-4DD7-A058-50D54431727A}"/>
              </a:ext>
            </a:extLst>
          </p:cNvPr>
          <p:cNvSpPr>
            <a:spLocks xmlns:a="http://schemas.openxmlformats.org/drawingml/2006/main" noGrp="1"/>
          </p:cNvSpPr>
          <p:nvPr/>
        </p:nvSpPr>
        <p:spPr>
          <a:xfrm xmlns:a="http://schemas.openxmlformats.org/drawingml/2006/main">
            <a:off x="857250" y="3667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i="0">
                <a:solidFill>
                  <a:srgbClr val="FBBF24"/>
                </a:solidFill>
              </a:defRPr>
            </a:defPPr>
            <a:lvl1pPr algn="l">
              <a:defRPr sz="1125" b="1" i="0">
                <a:solidFill>
                  <a:srgbClr val="FBBF24"/>
                </a:solidFill>
              </a:defRPr>
            </a:lvl1pPr>
            <a:lvl2pPr algn="l">
              <a:defRPr sz="1125" b="1" i="0">
                <a:solidFill>
                  <a:srgbClr val="FBBF24"/>
                </a:solidFill>
              </a:defRPr>
            </a:lvl2pPr>
            <a:lvl3pPr algn="l">
              <a:defRPr sz="1125" b="1" i="0">
                <a:solidFill>
                  <a:srgbClr val="FBBF24"/>
                </a:solidFill>
              </a:defRPr>
            </a:lvl3pPr>
            <a:lvl4pPr algn="l">
              <a:defRPr sz="1125" b="1" i="0">
                <a:solidFill>
                  <a:srgbClr val="FBBF24"/>
                </a:solidFill>
              </a:defRPr>
            </a:lvl4pPr>
            <a:lvl5pPr algn="l">
              <a:defRPr sz="1125" b="1" i="0">
                <a:solidFill>
                  <a:srgbClr val="FBBF24"/>
                </a:solidFill>
              </a:defRPr>
            </a:lvl5pPr>
            <a:lvl6pPr algn="l">
              <a:defRPr sz="1125" b="1" i="0">
                <a:solidFill>
                  <a:srgbClr val="FBBF24"/>
                </a:solidFill>
              </a:defRPr>
            </a:lvl6pPr>
            <a:lvl7pPr algn="l">
              <a:defRPr sz="1125" b="1" i="0">
                <a:solidFill>
                  <a:srgbClr val="FBBF24"/>
                </a:solidFill>
              </a:defRPr>
            </a:lvl7pPr>
            <a:lvl8pPr algn="l">
              <a:defRPr sz="1125" b="1" i="0">
                <a:solidFill>
                  <a:srgbClr val="FBBF24"/>
                </a:solidFill>
              </a:defRPr>
            </a:lvl8pPr>
            <a:lvl9pPr algn="l">
              <a:defRPr sz="1125" b="1" i="0">
                <a:solidFill>
                  <a:srgbClr val="FBBF24"/>
                </a:solidFill>
              </a:defRPr>
            </a:lvl9pPr>
          </a:lstStyle>
          <a:p xmlns:a="http://schemas.openxmlformats.org/drawingml/2006/main">
            <a:pPr algn="l">
              <a:defRPr sz="1125" b="1" i="0">
                <a:solidFill>
                  <a:srgbClr val="FBBF24"/>
                </a:solidFill>
              </a:defRPr>
            </a:pPr>
            <a:r>
              <a:rPr sz="1125" b="1" i="0">
                <a:solidFill>
                  <a:srgbClr val="FBBF24"/>
                </a:solidFill>
              </a:rPr>
              <a:t>03</a:t>
            </a:r>
          </a:p>
        </p:txBody>
      </p:sp>
      <p:sp>
        <p:nvSpPr>
          <p:cNvPr id="12" name="">
            <a:extLst xmlns:a="http://schemas.openxmlformats.org/drawingml/2006/main">
              <a:ext uri="{FF2B5EF4-FFF2-40B4-BE49-F238E27FC236}">
                <a16:creationId xmlns:a16="http://schemas.microsoft.com/office/drawing/2014/main" id="{59C4B399-61D5-4DC7-82AC-68310EBFA773}"/>
              </a:ext>
            </a:extLst>
          </p:cNvPr>
          <p:cNvSpPr>
            <a:spLocks xmlns:a="http://schemas.openxmlformats.org/drawingml/2006/main" noGrp="1"/>
          </p:cNvSpPr>
          <p:nvPr/>
        </p:nvSpPr>
        <p:spPr>
          <a:xfrm xmlns:a="http://schemas.openxmlformats.org/drawingml/2006/main">
            <a:off x="1524000" y="3619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Policy interpretation</a:t>
            </a:r>
          </a:p>
        </p:txBody>
      </p:sp>
      <p:sp>
        <p:nvSpPr>
          <p:cNvPr id="13" name="">
            <a:extLst xmlns:a="http://schemas.openxmlformats.org/drawingml/2006/main">
              <a:ext uri="{FF2B5EF4-FFF2-40B4-BE49-F238E27FC236}">
                <a16:creationId xmlns:a16="http://schemas.microsoft.com/office/drawing/2014/main" id="{BB6C8096-511B-461B-9AA4-780B34CDACF5}"/>
              </a:ext>
            </a:extLst>
          </p:cNvPr>
          <p:cNvSpPr>
            <a:spLocks xmlns:a="http://schemas.openxmlformats.org/drawingml/2006/main" noGrp="1"/>
          </p:cNvSpPr>
          <p:nvPr/>
        </p:nvSpPr>
        <p:spPr>
          <a:xfrm xmlns:a="http://schemas.openxmlformats.org/drawingml/2006/main">
            <a:off x="4476750" y="361950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Policies use broad legal language that does not always map cleanly to technical artifacts.</a:t>
            </a:r>
          </a:p>
        </p:txBody>
      </p:sp>
      <p:sp>
        <p:nvSpPr>
          <p:cNvPr id="14" name="">
            <a:extLst xmlns:a="http://schemas.openxmlformats.org/drawingml/2006/main">
              <a:ext uri="{FF2B5EF4-FFF2-40B4-BE49-F238E27FC236}">
                <a16:creationId xmlns:a16="http://schemas.microsoft.com/office/drawing/2014/main" id="{7D15C16B-A84D-4647-BB6D-AFDACDDA520B}"/>
              </a:ext>
            </a:extLst>
          </p:cNvPr>
          <p:cNvSpPr>
            <a:spLocks xmlns:a="http://schemas.openxmlformats.org/drawingml/2006/main" noGrp="1"/>
          </p:cNvSpPr>
          <p:nvPr/>
        </p:nvSpPr>
        <p:spPr>
          <a:xfrm xmlns:a="http://schemas.openxmlformats.org/drawingml/2006/main">
            <a:off x="857250" y="4667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i="0">
                <a:solidFill>
                  <a:srgbClr val="FBBF24"/>
                </a:solidFill>
              </a:defRPr>
            </a:defPPr>
            <a:lvl1pPr algn="l">
              <a:defRPr sz="1125" b="1" i="0">
                <a:solidFill>
                  <a:srgbClr val="FBBF24"/>
                </a:solidFill>
              </a:defRPr>
            </a:lvl1pPr>
            <a:lvl2pPr algn="l">
              <a:defRPr sz="1125" b="1" i="0">
                <a:solidFill>
                  <a:srgbClr val="FBBF24"/>
                </a:solidFill>
              </a:defRPr>
            </a:lvl2pPr>
            <a:lvl3pPr algn="l">
              <a:defRPr sz="1125" b="1" i="0">
                <a:solidFill>
                  <a:srgbClr val="FBBF24"/>
                </a:solidFill>
              </a:defRPr>
            </a:lvl3pPr>
            <a:lvl4pPr algn="l">
              <a:defRPr sz="1125" b="1" i="0">
                <a:solidFill>
                  <a:srgbClr val="FBBF24"/>
                </a:solidFill>
              </a:defRPr>
            </a:lvl4pPr>
            <a:lvl5pPr algn="l">
              <a:defRPr sz="1125" b="1" i="0">
                <a:solidFill>
                  <a:srgbClr val="FBBF24"/>
                </a:solidFill>
              </a:defRPr>
            </a:lvl5pPr>
            <a:lvl6pPr algn="l">
              <a:defRPr sz="1125" b="1" i="0">
                <a:solidFill>
                  <a:srgbClr val="FBBF24"/>
                </a:solidFill>
              </a:defRPr>
            </a:lvl6pPr>
            <a:lvl7pPr algn="l">
              <a:defRPr sz="1125" b="1" i="0">
                <a:solidFill>
                  <a:srgbClr val="FBBF24"/>
                </a:solidFill>
              </a:defRPr>
            </a:lvl7pPr>
            <a:lvl8pPr algn="l">
              <a:defRPr sz="1125" b="1" i="0">
                <a:solidFill>
                  <a:srgbClr val="FBBF24"/>
                </a:solidFill>
              </a:defRPr>
            </a:lvl8pPr>
            <a:lvl9pPr algn="l">
              <a:defRPr sz="1125" b="1" i="0">
                <a:solidFill>
                  <a:srgbClr val="FBBF24"/>
                </a:solidFill>
              </a:defRPr>
            </a:lvl9pPr>
          </a:lstStyle>
          <a:p xmlns:a="http://schemas.openxmlformats.org/drawingml/2006/main">
            <a:pPr algn="l">
              <a:defRPr sz="1125" b="1" i="0">
                <a:solidFill>
                  <a:srgbClr val="FBBF24"/>
                </a:solidFill>
              </a:defRPr>
            </a:pPr>
            <a:r>
              <a:rPr sz="1125" b="1" i="0">
                <a:solidFill>
                  <a:srgbClr val="FBBF24"/>
                </a:solidFill>
              </a:rPr>
              <a:t>04</a:t>
            </a:r>
          </a:p>
        </p:txBody>
      </p:sp>
      <p:sp>
        <p:nvSpPr>
          <p:cNvPr id="15" name="">
            <a:extLst xmlns:a="http://schemas.openxmlformats.org/drawingml/2006/main">
              <a:ext uri="{FF2B5EF4-FFF2-40B4-BE49-F238E27FC236}">
                <a16:creationId xmlns:a16="http://schemas.microsoft.com/office/drawing/2014/main" id="{42B16BBD-EB87-499A-8381-BC634982811A}"/>
              </a:ext>
            </a:extLst>
          </p:cNvPr>
          <p:cNvSpPr>
            <a:spLocks xmlns:a="http://schemas.openxmlformats.org/drawingml/2006/main" noGrp="1"/>
          </p:cNvSpPr>
          <p:nvPr/>
        </p:nvSpPr>
        <p:spPr>
          <a:xfrm xmlns:a="http://schemas.openxmlformats.org/drawingml/2006/main">
            <a:off x="1524000" y="46196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i="0">
                <a:solidFill>
                  <a:srgbClr val="F8FAFC"/>
                </a:solidFill>
              </a:defRPr>
            </a:defPPr>
            <a:lvl1pPr algn="l">
              <a:defRPr sz="1725" b="1" i="0">
                <a:solidFill>
                  <a:srgbClr val="F8FAFC"/>
                </a:solidFill>
              </a:defRPr>
            </a:lvl1pPr>
            <a:lvl2pPr algn="l">
              <a:defRPr sz="1725" b="1" i="0">
                <a:solidFill>
                  <a:srgbClr val="F8FAFC"/>
                </a:solidFill>
              </a:defRPr>
            </a:lvl2pPr>
            <a:lvl3pPr algn="l">
              <a:defRPr sz="1725" b="1" i="0">
                <a:solidFill>
                  <a:srgbClr val="F8FAFC"/>
                </a:solidFill>
              </a:defRPr>
            </a:lvl3pPr>
            <a:lvl4pPr algn="l">
              <a:defRPr sz="1725" b="1" i="0">
                <a:solidFill>
                  <a:srgbClr val="F8FAFC"/>
                </a:solidFill>
              </a:defRPr>
            </a:lvl4pPr>
            <a:lvl5pPr algn="l">
              <a:defRPr sz="1725" b="1" i="0">
                <a:solidFill>
                  <a:srgbClr val="F8FAFC"/>
                </a:solidFill>
              </a:defRPr>
            </a:lvl5pPr>
            <a:lvl6pPr algn="l">
              <a:defRPr sz="1725" b="1" i="0">
                <a:solidFill>
                  <a:srgbClr val="F8FAFC"/>
                </a:solidFill>
              </a:defRPr>
            </a:lvl6pPr>
            <a:lvl7pPr algn="l">
              <a:defRPr sz="1725" b="1" i="0">
                <a:solidFill>
                  <a:srgbClr val="F8FAFC"/>
                </a:solidFill>
              </a:defRPr>
            </a:lvl7pPr>
            <a:lvl8pPr algn="l">
              <a:defRPr sz="1725" b="1" i="0">
                <a:solidFill>
                  <a:srgbClr val="F8FAFC"/>
                </a:solidFill>
              </a:defRPr>
            </a:lvl8pPr>
            <a:lvl9pPr algn="l">
              <a:defRPr sz="1725" b="1" i="0">
                <a:solidFill>
                  <a:srgbClr val="F8FAFC"/>
                </a:solidFill>
              </a:defRPr>
            </a:lvl9pPr>
          </a:lstStyle>
          <a:p xmlns:a="http://schemas.openxmlformats.org/drawingml/2006/main">
            <a:pPr algn="l">
              <a:defRPr sz="1725" b="1" i="0">
                <a:solidFill>
                  <a:srgbClr val="F8FAFC"/>
                </a:solidFill>
              </a:defRPr>
            </a:pPr>
            <a:r>
              <a:rPr sz="1725" b="1" i="0">
                <a:solidFill>
                  <a:srgbClr val="F8FAFC"/>
                </a:solidFill>
              </a:rPr>
              <a:t>HAR scope</a:t>
            </a:r>
          </a:p>
        </p:txBody>
      </p:sp>
      <p:sp>
        <p:nvSpPr>
          <p:cNvPr id="16" name="">
            <a:extLst xmlns:a="http://schemas.openxmlformats.org/drawingml/2006/main">
              <a:ext uri="{FF2B5EF4-FFF2-40B4-BE49-F238E27FC236}">
                <a16:creationId xmlns:a16="http://schemas.microsoft.com/office/drawing/2014/main" id="{EB64D8B6-5A8B-4289-94EA-957EE83871EE}"/>
              </a:ext>
            </a:extLst>
          </p:cNvPr>
          <p:cNvSpPr>
            <a:spLocks xmlns:a="http://schemas.openxmlformats.org/drawingml/2006/main" noGrp="1"/>
          </p:cNvSpPr>
          <p:nvPr/>
        </p:nvSpPr>
        <p:spPr>
          <a:xfrm xmlns:a="http://schemas.openxmlformats.org/drawingml/2006/main">
            <a:off x="4476750" y="4619625"/>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i="0">
                <a:solidFill>
                  <a:srgbClr val="9AAAC0"/>
                </a:solidFill>
              </a:defRPr>
            </a:defPPr>
            <a:lvl1pPr algn="l">
              <a:defRPr sz="1350" b="0" i="0">
                <a:solidFill>
                  <a:srgbClr val="9AAAC0"/>
                </a:solidFill>
              </a:defRPr>
            </a:lvl1pPr>
            <a:lvl2pPr algn="l">
              <a:defRPr sz="1350" b="0" i="0">
                <a:solidFill>
                  <a:srgbClr val="9AAAC0"/>
                </a:solidFill>
              </a:defRPr>
            </a:lvl2pPr>
            <a:lvl3pPr algn="l">
              <a:defRPr sz="1350" b="0" i="0">
                <a:solidFill>
                  <a:srgbClr val="9AAAC0"/>
                </a:solidFill>
              </a:defRPr>
            </a:lvl3pPr>
            <a:lvl4pPr algn="l">
              <a:defRPr sz="1350" b="0" i="0">
                <a:solidFill>
                  <a:srgbClr val="9AAAC0"/>
                </a:solidFill>
              </a:defRPr>
            </a:lvl4pPr>
            <a:lvl5pPr algn="l">
              <a:defRPr sz="1350" b="0" i="0">
                <a:solidFill>
                  <a:srgbClr val="9AAAC0"/>
                </a:solidFill>
              </a:defRPr>
            </a:lvl5pPr>
            <a:lvl6pPr algn="l">
              <a:defRPr sz="1350" b="0" i="0">
                <a:solidFill>
                  <a:srgbClr val="9AAAC0"/>
                </a:solidFill>
              </a:defRPr>
            </a:lvl6pPr>
            <a:lvl7pPr algn="l">
              <a:defRPr sz="1350" b="0" i="0">
                <a:solidFill>
                  <a:srgbClr val="9AAAC0"/>
                </a:solidFill>
              </a:defRPr>
            </a:lvl7pPr>
            <a:lvl8pPr algn="l">
              <a:defRPr sz="1350" b="0" i="0">
                <a:solidFill>
                  <a:srgbClr val="9AAAC0"/>
                </a:solidFill>
              </a:defRPr>
            </a:lvl8pPr>
            <a:lvl9pPr algn="l">
              <a:defRPr sz="1350" b="0" i="0">
                <a:solidFill>
                  <a:srgbClr val="9AAAC0"/>
                </a:solidFill>
              </a:defRPr>
            </a:lvl9pPr>
          </a:lstStyle>
          <a:p xmlns:a="http://schemas.openxmlformats.org/drawingml/2006/main">
            <a:pPr algn="l">
              <a:defRPr sz="1350" b="0" i="0">
                <a:solidFill>
                  <a:srgbClr val="9AAAC0"/>
                </a:solidFill>
              </a:defRPr>
            </a:pPr>
            <a:r>
              <a:rPr sz="1350" b="0" i="0">
                <a:solidFill>
                  <a:srgbClr val="9AAAC0"/>
                </a:solidFill>
              </a:rPr>
              <a:t>Local processing, permissions and data never sent over the network are outside HAR evidence.</a:t>
            </a:r>
          </a:p>
        </p:txBody>
      </p:sp>
      <p:sp>
        <p:nvSpPr>
          <p:cNvPr id="17" name="">
            <a:extLst xmlns:a="http://schemas.openxmlformats.org/drawingml/2006/main">
              <a:ext uri="{FF2B5EF4-FFF2-40B4-BE49-F238E27FC236}">
                <a16:creationId xmlns:a16="http://schemas.microsoft.com/office/drawing/2014/main" id="{C314A906-CB57-4567-AB8F-DDC95642C408}"/>
              </a:ext>
            </a:extLst>
          </p:cNvPr>
          <p:cNvSpPr>
            <a:spLocks xmlns:a="http://schemas.openxmlformats.org/drawingml/2006/main" noGrp="1"/>
          </p:cNvSpPr>
          <p:nvPr/>
        </p:nvSpPr>
        <p:spPr>
          <a:xfrm xmlns:a="http://schemas.openxmlformats.org/drawingml/2006/main">
            <a:off x="1476375" y="5715000"/>
            <a:ext cx="9239250" cy="523875"/>
          </a:xfrm>
          <a:prstGeom xmlns:a="http://schemas.openxmlformats.org/drawingml/2006/main" prst="roundRect">
            <a:avLst>
              <a:gd name="adj" fmla="val 21818"/>
            </a:avLst>
          </a:prstGeom>
          <a:solidFill xmlns:a="http://schemas.openxmlformats.org/drawingml/2006/main">
            <a:srgbClr val="12233A"/>
          </a:solidFill>
          <a:ln xmlns:a="http://schemas.openxmlformats.org/drawingml/2006/main" w="9525">
            <a:solidFill>
              <a:srgbClr val="FBBF24"/>
            </a:solidFill>
            <a:prstDash val="solid"/>
          </a:ln>
        </p:spPr>
      </p:sp>
      <p:sp>
        <p:nvSpPr>
          <p:cNvPr id="18" name="">
            <a:extLst xmlns:a="http://schemas.openxmlformats.org/drawingml/2006/main">
              <a:ext uri="{FF2B5EF4-FFF2-40B4-BE49-F238E27FC236}">
                <a16:creationId xmlns:a16="http://schemas.microsoft.com/office/drawing/2014/main" id="{7731C144-5B44-4BBA-BB96-5A2294636B43}"/>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i="0">
                <a:solidFill>
                  <a:srgbClr val="F8FAFC"/>
                </a:solidFill>
              </a:defRPr>
            </a:defPPr>
            <a:lvl1pPr algn="ctr">
              <a:defRPr sz="1350" b="1" i="0">
                <a:solidFill>
                  <a:srgbClr val="F8FAFC"/>
                </a:solidFill>
              </a:defRPr>
            </a:lvl1pPr>
            <a:lvl2pPr algn="ctr">
              <a:defRPr sz="1350" b="1" i="0">
                <a:solidFill>
                  <a:srgbClr val="F8FAFC"/>
                </a:solidFill>
              </a:defRPr>
            </a:lvl2pPr>
            <a:lvl3pPr algn="ctr">
              <a:defRPr sz="1350" b="1" i="0">
                <a:solidFill>
                  <a:srgbClr val="F8FAFC"/>
                </a:solidFill>
              </a:defRPr>
            </a:lvl3pPr>
            <a:lvl4pPr algn="ctr">
              <a:defRPr sz="1350" b="1" i="0">
                <a:solidFill>
                  <a:srgbClr val="F8FAFC"/>
                </a:solidFill>
              </a:defRPr>
            </a:lvl4pPr>
            <a:lvl5pPr algn="ctr">
              <a:defRPr sz="1350" b="1" i="0">
                <a:solidFill>
                  <a:srgbClr val="F8FAFC"/>
                </a:solidFill>
              </a:defRPr>
            </a:lvl5pPr>
            <a:lvl6pPr algn="ctr">
              <a:defRPr sz="1350" b="1" i="0">
                <a:solidFill>
                  <a:srgbClr val="F8FAFC"/>
                </a:solidFill>
              </a:defRPr>
            </a:lvl6pPr>
            <a:lvl7pPr algn="ctr">
              <a:defRPr sz="1350" b="1" i="0">
                <a:solidFill>
                  <a:srgbClr val="F8FAFC"/>
                </a:solidFill>
              </a:defRPr>
            </a:lvl7pPr>
            <a:lvl8pPr algn="ctr">
              <a:defRPr sz="1350" b="1" i="0">
                <a:solidFill>
                  <a:srgbClr val="F8FAFC"/>
                </a:solidFill>
              </a:defRPr>
            </a:lvl8pPr>
            <a:lvl9pPr algn="ctr">
              <a:defRPr sz="1350" b="1" i="0">
                <a:solidFill>
                  <a:srgbClr val="F8FAFC"/>
                </a:solidFill>
              </a:defRPr>
            </a:lvl9pPr>
          </a:lstStyle>
          <a:p xmlns:a="http://schemas.openxmlformats.org/drawingml/2006/main">
            <a:pPr algn="ctr">
              <a:defRPr sz="1350" b="1" i="0">
                <a:solidFill>
                  <a:srgbClr val="F8FAFC"/>
                </a:solidFill>
              </a:defRPr>
            </a:pPr>
            <a:r>
              <a:rPr sz="1350" b="1" i="0">
                <a:solidFill>
                  <a:srgbClr val="F8FAFC"/>
                </a:solidFill>
              </a:rPr>
              <a:t>The results describe observed data-handling behaviour for specific app versions and test conditions. They are not a legal judgment.</a:t>
            </a:r>
          </a:p>
        </p:txBody>
      </p:sp>
      <p:sp>
        <p:nvSpPr>
          <p:cNvPr id="19" name="">
            <a:extLst xmlns:a="http://schemas.openxmlformats.org/drawingml/2006/main">
              <a:ext uri="{FF2B5EF4-FFF2-40B4-BE49-F238E27FC236}">
                <a16:creationId xmlns:a16="http://schemas.microsoft.com/office/drawing/2014/main" id="{3E804CEA-FBF1-461D-AF00-7D60A9603D5C}"/>
              </a:ext>
            </a:extLst>
          </p:cNvPr>
          <p:cNvSpPr>
            <a:spLocks xmlns:a="http://schemas.openxmlformats.org/drawingml/2006/main" noGrp="1"/>
          </p:cNvSpPr>
          <p:nvPr/>
        </p:nvSpPr>
        <p:spPr>
          <a:xfrm xmlns:a="http://schemas.openxmlformats.org/drawingml/2006/main">
            <a:off x="66675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i="0">
                <a:solidFill>
                  <a:srgbClr val="9AAAC0"/>
                </a:solidFill>
              </a:defRPr>
            </a:defPPr>
            <a:lvl1pPr algn="l">
              <a:defRPr sz="825" b="0" i="0">
                <a:solidFill>
                  <a:srgbClr val="9AAAC0"/>
                </a:solidFill>
              </a:defRPr>
            </a:lvl1pPr>
            <a:lvl2pPr algn="l">
              <a:defRPr sz="825" b="0" i="0">
                <a:solidFill>
                  <a:srgbClr val="9AAAC0"/>
                </a:solidFill>
              </a:defRPr>
            </a:lvl2pPr>
            <a:lvl3pPr algn="l">
              <a:defRPr sz="825" b="0" i="0">
                <a:solidFill>
                  <a:srgbClr val="9AAAC0"/>
                </a:solidFill>
              </a:defRPr>
            </a:lvl3pPr>
            <a:lvl4pPr algn="l">
              <a:defRPr sz="825" b="0" i="0">
                <a:solidFill>
                  <a:srgbClr val="9AAAC0"/>
                </a:solidFill>
              </a:defRPr>
            </a:lvl4pPr>
            <a:lvl5pPr algn="l">
              <a:defRPr sz="825" b="0" i="0">
                <a:solidFill>
                  <a:srgbClr val="9AAAC0"/>
                </a:solidFill>
              </a:defRPr>
            </a:lvl5pPr>
            <a:lvl6pPr algn="l">
              <a:defRPr sz="825" b="0" i="0">
                <a:solidFill>
                  <a:srgbClr val="9AAAC0"/>
                </a:solidFill>
              </a:defRPr>
            </a:lvl6pPr>
            <a:lvl7pPr algn="l">
              <a:defRPr sz="825" b="0" i="0">
                <a:solidFill>
                  <a:srgbClr val="9AAAC0"/>
                </a:solidFill>
              </a:defRPr>
            </a:lvl7pPr>
            <a:lvl8pPr algn="l">
              <a:defRPr sz="825" b="0" i="0">
                <a:solidFill>
                  <a:srgbClr val="9AAAC0"/>
                </a:solidFill>
              </a:defRPr>
            </a:lvl8pPr>
            <a:lvl9pPr algn="l">
              <a:defRPr sz="825" b="0" i="0">
                <a:solidFill>
                  <a:srgbClr val="9AAAC0"/>
                </a:solidFill>
              </a:defRPr>
            </a:lvl9pPr>
          </a:lstStyle>
          <a:p xmlns:a="http://schemas.openxmlformats.org/drawingml/2006/main">
            <a:pPr algn="l">
              <a:defRPr sz="825" b="0" i="0">
                <a:solidFill>
                  <a:srgbClr val="9AAAC0"/>
                </a:solidFill>
              </a:defRPr>
            </a:pPr>
            <a:r>
              <a:rPr sz="825" b="0" i="0">
                <a:solidFill>
                  <a:srgbClr val="9AAAC0"/>
                </a:solidFill>
              </a:rPr>
              <a:t>Privacy Compliance Verification Framework</a:t>
            </a:r>
          </a:p>
        </p:txBody>
      </p:sp>
      <p:sp>
        <p:nvSpPr>
          <p:cNvPr id="20" name="">
            <a:extLst xmlns:a="http://schemas.openxmlformats.org/drawingml/2006/main">
              <a:ext uri="{FF2B5EF4-FFF2-40B4-BE49-F238E27FC236}">
                <a16:creationId xmlns:a16="http://schemas.microsoft.com/office/drawing/2014/main" id="{06988DE3-29CD-41D1-A961-1035D31D1CBA}"/>
              </a:ext>
            </a:extLst>
          </p:cNvPr>
          <p:cNvSpPr>
            <a:spLocks xmlns:a="http://schemas.openxmlformats.org/drawingml/2006/main" noGrp="1"/>
          </p:cNvSpPr>
          <p:nvPr/>
        </p:nvSpPr>
        <p:spPr>
          <a:xfrm xmlns:a="http://schemas.openxmlformats.org/drawingml/2006/main">
            <a:off x="81915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i="0">
                <a:solidFill>
                  <a:srgbClr val="9AAAC0"/>
                </a:solidFill>
              </a:defRPr>
            </a:defPPr>
            <a:lvl1pPr algn="r">
              <a:defRPr sz="825" b="0" i="0">
                <a:solidFill>
                  <a:srgbClr val="9AAAC0"/>
                </a:solidFill>
              </a:defRPr>
            </a:lvl1pPr>
            <a:lvl2pPr algn="r">
              <a:defRPr sz="825" b="0" i="0">
                <a:solidFill>
                  <a:srgbClr val="9AAAC0"/>
                </a:solidFill>
              </a:defRPr>
            </a:lvl2pPr>
            <a:lvl3pPr algn="r">
              <a:defRPr sz="825" b="0" i="0">
                <a:solidFill>
                  <a:srgbClr val="9AAAC0"/>
                </a:solidFill>
              </a:defRPr>
            </a:lvl3pPr>
            <a:lvl4pPr algn="r">
              <a:defRPr sz="825" b="0" i="0">
                <a:solidFill>
                  <a:srgbClr val="9AAAC0"/>
                </a:solidFill>
              </a:defRPr>
            </a:lvl4pPr>
            <a:lvl5pPr algn="r">
              <a:defRPr sz="825" b="0" i="0">
                <a:solidFill>
                  <a:srgbClr val="9AAAC0"/>
                </a:solidFill>
              </a:defRPr>
            </a:lvl5pPr>
            <a:lvl6pPr algn="r">
              <a:defRPr sz="825" b="0" i="0">
                <a:solidFill>
                  <a:srgbClr val="9AAAC0"/>
                </a:solidFill>
              </a:defRPr>
            </a:lvl6pPr>
            <a:lvl7pPr algn="r">
              <a:defRPr sz="825" b="0" i="0">
                <a:solidFill>
                  <a:srgbClr val="9AAAC0"/>
                </a:solidFill>
              </a:defRPr>
            </a:lvl7pPr>
            <a:lvl8pPr algn="r">
              <a:defRPr sz="825" b="0" i="0">
                <a:solidFill>
                  <a:srgbClr val="9AAAC0"/>
                </a:solidFill>
              </a:defRPr>
            </a:lvl8pPr>
            <a:lvl9pPr algn="r">
              <a:defRPr sz="825" b="0" i="0">
                <a:solidFill>
                  <a:srgbClr val="9AAAC0"/>
                </a:solidFill>
              </a:defRPr>
            </a:lvl9pPr>
          </a:lstStyle>
          <a:p xmlns:a="http://schemas.openxmlformats.org/drawingml/2006/main">
            <a:pPr algn="r">
              <a:defRPr sz="825" b="0" i="0">
                <a:solidFill>
                  <a:srgbClr val="9AAAC0"/>
                </a:solidFill>
              </a:defRPr>
            </a:pPr>
            <a:r>
              <a:rPr sz="825" b="0" i="0">
                <a:solidFill>
                  <a:srgbClr val="9AAAC0"/>
                </a:solidFill>
              </a:rPr>
              <a:t>Academic research presentation</a:t>
            </a:r>
          </a:p>
        </p:txBody>
      </p:sp>
    </p:spTree>
    <p:extLst>
      <p:ext uri="{BB962C8B-B14F-4D97-AF65-F5344CB8AC3E}">
        <p14:creationId xmlns:p14="http://schemas.microsoft.com/office/powerpoint/2010/main" val="1306761271"/>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36727E3-FB32-4CCF-B343-5A46FBAC2BCF}"/>
              </a:ext>
            </a:extLst>
          </p:cNvPr>
          <p:cNvSpPr>
            <a:spLocks xmlns:a="http://schemas.openxmlformats.org/drawingml/2006/main" noGrp="1"/>
          </p:cNvSpPr>
          <p:nvPr/>
        </p:nvSpPr>
        <p:spPr>
          <a:xfrm xmlns:a="http://schemas.openxmlformats.org/drawingml/2006/main">
            <a:off x="685800" y="523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i="0">
                <a:solidFill>
                  <a:srgbClr val="22D3EE"/>
                </a:solidFill>
              </a:defRPr>
            </a:defPPr>
            <a:lvl1pPr algn="l">
              <a:defRPr sz="1050" b="1" i="0">
                <a:solidFill>
                  <a:srgbClr val="22D3EE"/>
                </a:solidFill>
              </a:defRPr>
            </a:lvl1pPr>
            <a:lvl2pPr algn="l">
              <a:defRPr sz="1050" b="1" i="0">
                <a:solidFill>
                  <a:srgbClr val="22D3EE"/>
                </a:solidFill>
              </a:defRPr>
            </a:lvl2pPr>
            <a:lvl3pPr algn="l">
              <a:defRPr sz="1050" b="1" i="0">
                <a:solidFill>
                  <a:srgbClr val="22D3EE"/>
                </a:solidFill>
              </a:defRPr>
            </a:lvl3pPr>
            <a:lvl4pPr algn="l">
              <a:defRPr sz="1050" b="1" i="0">
                <a:solidFill>
                  <a:srgbClr val="22D3EE"/>
                </a:solidFill>
              </a:defRPr>
            </a:lvl4pPr>
            <a:lvl5pPr algn="l">
              <a:defRPr sz="1050" b="1" i="0">
                <a:solidFill>
                  <a:srgbClr val="22D3EE"/>
                </a:solidFill>
              </a:defRPr>
            </a:lvl5pPr>
            <a:lvl6pPr algn="l">
              <a:defRPr sz="1050" b="1" i="0">
                <a:solidFill>
                  <a:srgbClr val="22D3EE"/>
                </a:solidFill>
              </a:defRPr>
            </a:lvl6pPr>
            <a:lvl7pPr algn="l">
              <a:defRPr sz="1050" b="1" i="0">
                <a:solidFill>
                  <a:srgbClr val="22D3EE"/>
                </a:solidFill>
              </a:defRPr>
            </a:lvl7pPr>
            <a:lvl8pPr algn="l">
              <a:defRPr sz="1050" b="1" i="0">
                <a:solidFill>
                  <a:srgbClr val="22D3EE"/>
                </a:solidFill>
              </a:defRPr>
            </a:lvl8pPr>
            <a:lvl9pPr algn="l">
              <a:defRPr sz="1050" b="1" i="0">
                <a:solidFill>
                  <a:srgbClr val="22D3EE"/>
                </a:solidFill>
              </a:defRPr>
            </a:lvl9pPr>
          </a:lstStyle>
          <a:p xmlns:a="http://schemas.openxmlformats.org/drawingml/2006/main">
            <a:pPr algn="l">
              <a:defRPr sz="1050" b="1" i="0">
                <a:solidFill>
                  <a:srgbClr val="22D3EE"/>
                </a:solidFill>
              </a:defRPr>
            </a:pPr>
            <a:r>
              <a:rPr sz="1050" b="1" i="0">
                <a:solidFill>
                  <a:srgbClr val="22D3EE"/>
                </a:solidFill>
              </a:rPr>
              <a:t>CONCLUSION</a:t>
            </a:r>
          </a:p>
        </p:txBody>
      </p:sp>
      <p:sp>
        <p:nvSpPr>
          <p:cNvPr id="2" name="">
            <a:extLst xmlns:a="http://schemas.openxmlformats.org/drawingml/2006/main">
              <a:ext uri="{FF2B5EF4-FFF2-40B4-BE49-F238E27FC236}">
                <a16:creationId xmlns:a16="http://schemas.microsoft.com/office/drawing/2014/main" id="{3CB016BC-EBB7-46E0-B068-E3E007CBBFAA}"/>
              </a:ext>
            </a:extLst>
          </p:cNvPr>
          <p:cNvSpPr>
            <a:spLocks xmlns:a="http://schemas.openxmlformats.org/drawingml/2006/main" noGrp="1"/>
          </p:cNvSpPr>
          <p:nvPr/>
        </p:nvSpPr>
        <p:spPr>
          <a:xfrm xmlns:a="http://schemas.openxmlformats.org/drawingml/2006/main">
            <a:off x="685800" y="11906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i="0">
                <a:solidFill>
                  <a:srgbClr val="F8FAFC"/>
                </a:solidFill>
              </a:defRPr>
            </a:defPPr>
            <a:lvl1pPr algn="l">
              <a:defRPr sz="3150" b="1" i="0">
                <a:solidFill>
                  <a:srgbClr val="F8FAFC"/>
                </a:solidFill>
              </a:defRPr>
            </a:lvl1pPr>
            <a:lvl2pPr algn="l">
              <a:defRPr sz="3150" b="1" i="0">
                <a:solidFill>
                  <a:srgbClr val="F8FAFC"/>
                </a:solidFill>
              </a:defRPr>
            </a:lvl2pPr>
            <a:lvl3pPr algn="l">
              <a:defRPr sz="3150" b="1" i="0">
                <a:solidFill>
                  <a:srgbClr val="F8FAFC"/>
                </a:solidFill>
              </a:defRPr>
            </a:lvl3pPr>
            <a:lvl4pPr algn="l">
              <a:defRPr sz="3150" b="1" i="0">
                <a:solidFill>
                  <a:srgbClr val="F8FAFC"/>
                </a:solidFill>
              </a:defRPr>
            </a:lvl4pPr>
            <a:lvl5pPr algn="l">
              <a:defRPr sz="3150" b="1" i="0">
                <a:solidFill>
                  <a:srgbClr val="F8FAFC"/>
                </a:solidFill>
              </a:defRPr>
            </a:lvl5pPr>
            <a:lvl6pPr algn="l">
              <a:defRPr sz="3150" b="1" i="0">
                <a:solidFill>
                  <a:srgbClr val="F8FAFC"/>
                </a:solidFill>
              </a:defRPr>
            </a:lvl6pPr>
            <a:lvl7pPr algn="l">
              <a:defRPr sz="3150" b="1" i="0">
                <a:solidFill>
                  <a:srgbClr val="F8FAFC"/>
                </a:solidFill>
              </a:defRPr>
            </a:lvl7pPr>
            <a:lvl8pPr algn="l">
              <a:defRPr sz="3150" b="1" i="0">
                <a:solidFill>
                  <a:srgbClr val="F8FAFC"/>
                </a:solidFill>
              </a:defRPr>
            </a:lvl8pPr>
            <a:lvl9pPr algn="l">
              <a:defRPr sz="3150" b="1" i="0">
                <a:solidFill>
                  <a:srgbClr val="F8FAFC"/>
                </a:solidFill>
              </a:defRPr>
            </a:lvl9pPr>
          </a:lstStyle>
          <a:p xmlns:a="http://schemas.openxmlformats.org/drawingml/2006/main">
            <a:pPr algn="l">
              <a:defRPr sz="3150" b="1" i="0">
                <a:solidFill>
                  <a:srgbClr val="F8FAFC"/>
                </a:solidFill>
              </a:defRPr>
            </a:pPr>
            <a:r>
              <a:rPr sz="3150" b="1" i="0">
                <a:solidFill>
                  <a:srgbClr val="F8FAFC"/>
                </a:solidFill>
              </a:rPr>
              <a:t>The framework converts network traffic into explainable privacy evidence.</a:t>
            </a:r>
          </a:p>
        </p:txBody>
      </p:sp>
      <p:sp>
        <p:nvSpPr>
          <p:cNvPr id="3" name="">
            <a:extLst xmlns:a="http://schemas.openxmlformats.org/drawingml/2006/main">
              <a:ext uri="{FF2B5EF4-FFF2-40B4-BE49-F238E27FC236}">
                <a16:creationId xmlns:a16="http://schemas.microsoft.com/office/drawing/2014/main" id="{B7157B61-81C4-4330-978C-0AA08E2A016F}"/>
              </a:ext>
            </a:extLst>
          </p:cNvPr>
          <p:cNvSpPr>
            <a:spLocks xmlns:a="http://schemas.openxmlformats.org/drawingml/2006/main" noGrp="1"/>
          </p:cNvSpPr>
          <p:nvPr/>
        </p:nvSpPr>
        <p:spPr>
          <a:xfrm xmlns:a="http://schemas.openxmlformats.org/drawingml/2006/main">
            <a:off x="952500" y="2733675"/>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4" name="">
            <a:extLst xmlns:a="http://schemas.openxmlformats.org/drawingml/2006/main">
              <a:ext uri="{FF2B5EF4-FFF2-40B4-BE49-F238E27FC236}">
                <a16:creationId xmlns:a16="http://schemas.microsoft.com/office/drawing/2014/main" id="{C47E51C6-8FDD-4FBB-BDFA-E0E68C4F98CA}"/>
              </a:ext>
            </a:extLst>
          </p:cNvPr>
          <p:cNvSpPr>
            <a:spLocks xmlns:a="http://schemas.openxmlformats.org/drawingml/2006/main" noGrp="1"/>
          </p:cNvSpPr>
          <p:nvPr/>
        </p:nvSpPr>
        <p:spPr>
          <a:xfrm xmlns:a="http://schemas.openxmlformats.org/drawingml/2006/main">
            <a:off x="1181100" y="2667000"/>
            <a:ext cx="843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Working pipeline</a:t>
            </a:r>
          </a:p>
        </p:txBody>
      </p:sp>
      <p:sp>
        <p:nvSpPr>
          <p:cNvPr id="5" name="">
            <a:extLst xmlns:a="http://schemas.openxmlformats.org/drawingml/2006/main">
              <a:ext uri="{FF2B5EF4-FFF2-40B4-BE49-F238E27FC236}">
                <a16:creationId xmlns:a16="http://schemas.microsoft.com/office/drawing/2014/main" id="{F653C213-F2E3-4160-B611-03E77092C711}"/>
              </a:ext>
            </a:extLst>
          </p:cNvPr>
          <p:cNvSpPr>
            <a:spLocks xmlns:a="http://schemas.openxmlformats.org/drawingml/2006/main" noGrp="1"/>
          </p:cNvSpPr>
          <p:nvPr/>
        </p:nvSpPr>
        <p:spPr>
          <a:xfrm xmlns:a="http://schemas.openxmlformats.org/drawingml/2006/main">
            <a:off x="1181100" y="2952750"/>
            <a:ext cx="843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HAR extraction, detection, policy comparison and dashboard reporting operate end to end.</a:t>
            </a:r>
          </a:p>
        </p:txBody>
      </p:sp>
      <p:sp>
        <p:nvSpPr>
          <p:cNvPr id="6" name="">
            <a:extLst xmlns:a="http://schemas.openxmlformats.org/drawingml/2006/main">
              <a:ext uri="{FF2B5EF4-FFF2-40B4-BE49-F238E27FC236}">
                <a16:creationId xmlns:a16="http://schemas.microsoft.com/office/drawing/2014/main" id="{86D8EED1-E676-4FEA-81C6-99ECAA99DC43}"/>
              </a:ext>
            </a:extLst>
          </p:cNvPr>
          <p:cNvSpPr>
            <a:spLocks xmlns:a="http://schemas.openxmlformats.org/drawingml/2006/main" noGrp="1"/>
          </p:cNvSpPr>
          <p:nvPr/>
        </p:nvSpPr>
        <p:spPr>
          <a:xfrm xmlns:a="http://schemas.openxmlformats.org/drawingml/2006/main">
            <a:off x="952500" y="3733800"/>
            <a:ext cx="104775" cy="104775"/>
          </a:xfrm>
          <a:prstGeom xmlns:a="http://schemas.openxmlformats.org/drawingml/2006/main" prst="ellipse">
            <a:avLst/>
          </a:prstGeom>
          <a:solidFill xmlns:a="http://schemas.openxmlformats.org/drawingml/2006/main">
            <a:srgbClr val="FB7185"/>
          </a:solidFill>
          <a:ln xmlns:a="http://schemas.openxmlformats.org/drawingml/2006/main" w="0">
            <a:solidFill>
              <a:srgbClr val="FB7185"/>
            </a:solidFill>
            <a:prstDash val="solid"/>
          </a:ln>
        </p:spPr>
      </p:sp>
      <p:sp>
        <p:nvSpPr>
          <p:cNvPr id="7" name="">
            <a:extLst xmlns:a="http://schemas.openxmlformats.org/drawingml/2006/main">
              <a:ext uri="{FF2B5EF4-FFF2-40B4-BE49-F238E27FC236}">
                <a16:creationId xmlns:a16="http://schemas.microsoft.com/office/drawing/2014/main" id="{65FAF6B7-BDC6-4ADC-B069-BAF969DBDD8A}"/>
              </a:ext>
            </a:extLst>
          </p:cNvPr>
          <p:cNvSpPr>
            <a:spLocks xmlns:a="http://schemas.openxmlformats.org/drawingml/2006/main" noGrp="1"/>
          </p:cNvSpPr>
          <p:nvPr/>
        </p:nvSpPr>
        <p:spPr>
          <a:xfrm xmlns:a="http://schemas.openxmlformats.org/drawingml/2006/main">
            <a:off x="1181100" y="3667125"/>
            <a:ext cx="843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Evidence-based results</a:t>
            </a:r>
          </a:p>
        </p:txBody>
      </p:sp>
      <p:sp>
        <p:nvSpPr>
          <p:cNvPr id="8" name="">
            <a:extLst xmlns:a="http://schemas.openxmlformats.org/drawingml/2006/main">
              <a:ext uri="{FF2B5EF4-FFF2-40B4-BE49-F238E27FC236}">
                <a16:creationId xmlns:a16="http://schemas.microsoft.com/office/drawing/2014/main" id="{930A6E16-43C0-4EF7-8D67-75B8B3389BF6}"/>
              </a:ext>
            </a:extLst>
          </p:cNvPr>
          <p:cNvSpPr>
            <a:spLocks xmlns:a="http://schemas.openxmlformats.org/drawingml/2006/main" noGrp="1"/>
          </p:cNvSpPr>
          <p:nvPr/>
        </p:nvSpPr>
        <p:spPr>
          <a:xfrm xmlns:a="http://schemas.openxmlformats.org/drawingml/2006/main">
            <a:off x="1181100" y="3952875"/>
            <a:ext cx="843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Three supported policy gaps were identified without forcing apps into a non-compliant category.</a:t>
            </a:r>
          </a:p>
        </p:txBody>
      </p:sp>
      <p:sp>
        <p:nvSpPr>
          <p:cNvPr id="9" name="">
            <a:extLst xmlns:a="http://schemas.openxmlformats.org/drawingml/2006/main">
              <a:ext uri="{FF2B5EF4-FFF2-40B4-BE49-F238E27FC236}">
                <a16:creationId xmlns:a16="http://schemas.microsoft.com/office/drawing/2014/main" id="{7D36B062-118C-4C66-9F13-27652EC68E0C}"/>
              </a:ext>
            </a:extLst>
          </p:cNvPr>
          <p:cNvSpPr>
            <a:spLocks xmlns:a="http://schemas.openxmlformats.org/drawingml/2006/main" noGrp="1"/>
          </p:cNvSpPr>
          <p:nvPr/>
        </p:nvSpPr>
        <p:spPr>
          <a:xfrm xmlns:a="http://schemas.openxmlformats.org/drawingml/2006/main">
            <a:off x="952500" y="4733925"/>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0" name="">
            <a:extLst xmlns:a="http://schemas.openxmlformats.org/drawingml/2006/main">
              <a:ext uri="{FF2B5EF4-FFF2-40B4-BE49-F238E27FC236}">
                <a16:creationId xmlns:a16="http://schemas.microsoft.com/office/drawing/2014/main" id="{CBD9AC6D-4FF5-403A-9A8C-626DCB4D7CC7}"/>
              </a:ext>
            </a:extLst>
          </p:cNvPr>
          <p:cNvSpPr>
            <a:spLocks xmlns:a="http://schemas.openxmlformats.org/drawingml/2006/main" noGrp="1"/>
          </p:cNvSpPr>
          <p:nvPr/>
        </p:nvSpPr>
        <p:spPr>
          <a:xfrm xmlns:a="http://schemas.openxmlformats.org/drawingml/2006/main">
            <a:off x="1181100" y="4667250"/>
            <a:ext cx="843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i="0">
                <a:solidFill>
                  <a:srgbClr val="F8FAFC"/>
                </a:solidFill>
              </a:defRPr>
            </a:defPPr>
            <a:lvl1pPr algn="l">
              <a:defRPr sz="1500" b="1" i="0">
                <a:solidFill>
                  <a:srgbClr val="F8FAFC"/>
                </a:solidFill>
              </a:defRPr>
            </a:lvl1pPr>
            <a:lvl2pPr algn="l">
              <a:defRPr sz="1500" b="1" i="0">
                <a:solidFill>
                  <a:srgbClr val="F8FAFC"/>
                </a:solidFill>
              </a:defRPr>
            </a:lvl2pPr>
            <a:lvl3pPr algn="l">
              <a:defRPr sz="1500" b="1" i="0">
                <a:solidFill>
                  <a:srgbClr val="F8FAFC"/>
                </a:solidFill>
              </a:defRPr>
            </a:lvl3pPr>
            <a:lvl4pPr algn="l">
              <a:defRPr sz="1500" b="1" i="0">
                <a:solidFill>
                  <a:srgbClr val="F8FAFC"/>
                </a:solidFill>
              </a:defRPr>
            </a:lvl4pPr>
            <a:lvl5pPr algn="l">
              <a:defRPr sz="1500" b="1" i="0">
                <a:solidFill>
                  <a:srgbClr val="F8FAFC"/>
                </a:solidFill>
              </a:defRPr>
            </a:lvl5pPr>
            <a:lvl6pPr algn="l">
              <a:defRPr sz="1500" b="1" i="0">
                <a:solidFill>
                  <a:srgbClr val="F8FAFC"/>
                </a:solidFill>
              </a:defRPr>
            </a:lvl6pPr>
            <a:lvl7pPr algn="l">
              <a:defRPr sz="1500" b="1" i="0">
                <a:solidFill>
                  <a:srgbClr val="F8FAFC"/>
                </a:solidFill>
              </a:defRPr>
            </a:lvl7pPr>
            <a:lvl8pPr algn="l">
              <a:defRPr sz="1500" b="1" i="0">
                <a:solidFill>
                  <a:srgbClr val="F8FAFC"/>
                </a:solidFill>
              </a:defRPr>
            </a:lvl8pPr>
            <a:lvl9pPr algn="l">
              <a:defRPr sz="1500" b="1" i="0">
                <a:solidFill>
                  <a:srgbClr val="F8FAFC"/>
                </a:solidFill>
              </a:defRPr>
            </a:lvl9pPr>
          </a:lstStyle>
          <a:p xmlns:a="http://schemas.openxmlformats.org/drawingml/2006/main">
            <a:pPr algn="l">
              <a:defRPr sz="1500" b="1" i="0">
                <a:solidFill>
                  <a:srgbClr val="F8FAFC"/>
                </a:solidFill>
              </a:defRPr>
            </a:pPr>
            <a:r>
              <a:rPr sz="1500" b="1" i="0">
                <a:solidFill>
                  <a:srgbClr val="F8FAFC"/>
                </a:solidFill>
              </a:rPr>
              <a:t>Honest uncertainty</a:t>
            </a:r>
          </a:p>
        </p:txBody>
      </p:sp>
      <p:sp>
        <p:nvSpPr>
          <p:cNvPr id="11" name="">
            <a:extLst xmlns:a="http://schemas.openxmlformats.org/drawingml/2006/main">
              <a:ext uri="{FF2B5EF4-FFF2-40B4-BE49-F238E27FC236}">
                <a16:creationId xmlns:a16="http://schemas.microsoft.com/office/drawing/2014/main" id="{97CA6B5B-6379-4585-ACB9-DC6D6C309874}"/>
              </a:ext>
            </a:extLst>
          </p:cNvPr>
          <p:cNvSpPr>
            <a:spLocks xmlns:a="http://schemas.openxmlformats.org/drawingml/2006/main" noGrp="1"/>
          </p:cNvSpPr>
          <p:nvPr/>
        </p:nvSpPr>
        <p:spPr>
          <a:xfrm xmlns:a="http://schemas.openxmlformats.org/drawingml/2006/main">
            <a:off x="1181100" y="4953000"/>
            <a:ext cx="843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i="0">
                <a:solidFill>
                  <a:srgbClr val="9AAAC0"/>
                </a:solidFill>
              </a:defRPr>
            </a:defPPr>
            <a:lvl1pPr algn="l">
              <a:defRPr sz="1275" b="0" i="0">
                <a:solidFill>
                  <a:srgbClr val="9AAAC0"/>
                </a:solidFill>
              </a:defRPr>
            </a:lvl1pPr>
            <a:lvl2pPr algn="l">
              <a:defRPr sz="1275" b="0" i="0">
                <a:solidFill>
                  <a:srgbClr val="9AAAC0"/>
                </a:solidFill>
              </a:defRPr>
            </a:lvl2pPr>
            <a:lvl3pPr algn="l">
              <a:defRPr sz="1275" b="0" i="0">
                <a:solidFill>
                  <a:srgbClr val="9AAAC0"/>
                </a:solidFill>
              </a:defRPr>
            </a:lvl3pPr>
            <a:lvl4pPr algn="l">
              <a:defRPr sz="1275" b="0" i="0">
                <a:solidFill>
                  <a:srgbClr val="9AAAC0"/>
                </a:solidFill>
              </a:defRPr>
            </a:lvl4pPr>
            <a:lvl5pPr algn="l">
              <a:defRPr sz="1275" b="0" i="0">
                <a:solidFill>
                  <a:srgbClr val="9AAAC0"/>
                </a:solidFill>
              </a:defRPr>
            </a:lvl5pPr>
            <a:lvl6pPr algn="l">
              <a:defRPr sz="1275" b="0" i="0">
                <a:solidFill>
                  <a:srgbClr val="9AAAC0"/>
                </a:solidFill>
              </a:defRPr>
            </a:lvl6pPr>
            <a:lvl7pPr algn="l">
              <a:defRPr sz="1275" b="0" i="0">
                <a:solidFill>
                  <a:srgbClr val="9AAAC0"/>
                </a:solidFill>
              </a:defRPr>
            </a:lvl7pPr>
            <a:lvl8pPr algn="l">
              <a:defRPr sz="1275" b="0" i="0">
                <a:solidFill>
                  <a:srgbClr val="9AAAC0"/>
                </a:solidFill>
              </a:defRPr>
            </a:lvl8pPr>
            <a:lvl9pPr algn="l">
              <a:defRPr sz="1275" b="0" i="0">
                <a:solidFill>
                  <a:srgbClr val="9AAAC0"/>
                </a:solidFill>
              </a:defRPr>
            </a:lvl9pPr>
          </a:lstStyle>
          <a:p xmlns:a="http://schemas.openxmlformats.org/drawingml/2006/main">
            <a:pPr algn="l">
              <a:defRPr sz="1275" b="0" i="0">
                <a:solidFill>
                  <a:srgbClr val="9AAAC0"/>
                </a:solidFill>
              </a:defRPr>
            </a:pPr>
            <a:r>
              <a:rPr sz="1275" b="0" i="0">
                <a:solidFill>
                  <a:srgbClr val="9AAAC0"/>
                </a:solidFill>
              </a:rPr>
              <a:t>Six applications remain inconclusive where policy or capture evidence is not strong enough.</a:t>
            </a:r>
          </a:p>
        </p:txBody>
      </p:sp>
      <p:sp>
        <p:nvSpPr>
          <p:cNvPr id="12" name="">
            <a:extLst xmlns:a="http://schemas.openxmlformats.org/drawingml/2006/main">
              <a:ext uri="{FF2B5EF4-FFF2-40B4-BE49-F238E27FC236}">
                <a16:creationId xmlns:a16="http://schemas.microsoft.com/office/drawing/2014/main" id="{669770D7-E0D3-4293-AEC3-DD6F329AE3FE}"/>
              </a:ext>
            </a:extLst>
          </p:cNvPr>
          <p:cNvSpPr>
            <a:spLocks xmlns:a="http://schemas.openxmlformats.org/drawingml/2006/main" noGrp="1"/>
          </p:cNvSpPr>
          <p:nvPr/>
        </p:nvSpPr>
        <p:spPr>
          <a:xfrm xmlns:a="http://schemas.openxmlformats.org/drawingml/2006/main">
            <a:off x="9810750" y="2381250"/>
            <a:ext cx="1571625" cy="2476500"/>
          </a:xfrm>
          <a:prstGeom xmlns:a="http://schemas.openxmlformats.org/drawingml/2006/main" prst="roundRect">
            <a:avLst>
              <a:gd name="adj" fmla="val 9697"/>
            </a:avLst>
          </a:prstGeom>
          <a:solidFill xmlns:a="http://schemas.openxmlformats.org/drawingml/2006/main">
            <a:srgbClr val="0F1C2E"/>
          </a:solidFill>
          <a:ln xmlns:a="http://schemas.openxmlformats.org/drawingml/2006/main" w="9525">
            <a:solidFill>
              <a:srgbClr val="26364D"/>
            </a:solidFill>
            <a:prstDash val="solid"/>
          </a:ln>
        </p:spPr>
      </p:sp>
      <p:sp>
        <p:nvSpPr>
          <p:cNvPr id="13" name="">
            <a:extLst xmlns:a="http://schemas.openxmlformats.org/drawingml/2006/main">
              <a:ext uri="{FF2B5EF4-FFF2-40B4-BE49-F238E27FC236}">
                <a16:creationId xmlns:a16="http://schemas.microsoft.com/office/drawing/2014/main" id="{5A677015-0B51-4DC7-A238-A33E04AA24F9}"/>
              </a:ext>
            </a:extLst>
          </p:cNvPr>
          <p:cNvSpPr>
            <a:spLocks xmlns:a="http://schemas.openxmlformats.org/drawingml/2006/main" noGrp="1"/>
          </p:cNvSpPr>
          <p:nvPr/>
        </p:nvSpPr>
        <p:spPr>
          <a:xfrm xmlns:a="http://schemas.openxmlformats.org/drawingml/2006/main">
            <a:off x="10001250" y="2714625"/>
            <a:ext cx="1190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2D3EE"/>
                </a:solidFill>
              </a:defRPr>
            </a:defPPr>
            <a:lvl1pPr algn="ctr">
              <a:defRPr sz="3450" b="1" i="0">
                <a:solidFill>
                  <a:srgbClr val="22D3EE"/>
                </a:solidFill>
              </a:defRPr>
            </a:lvl1pPr>
            <a:lvl2pPr algn="ctr">
              <a:defRPr sz="3450" b="1" i="0">
                <a:solidFill>
                  <a:srgbClr val="22D3EE"/>
                </a:solidFill>
              </a:defRPr>
            </a:lvl2pPr>
            <a:lvl3pPr algn="ctr">
              <a:defRPr sz="3450" b="1" i="0">
                <a:solidFill>
                  <a:srgbClr val="22D3EE"/>
                </a:solidFill>
              </a:defRPr>
            </a:lvl3pPr>
            <a:lvl4pPr algn="ctr">
              <a:defRPr sz="3450" b="1" i="0">
                <a:solidFill>
                  <a:srgbClr val="22D3EE"/>
                </a:solidFill>
              </a:defRPr>
            </a:lvl4pPr>
            <a:lvl5pPr algn="ctr">
              <a:defRPr sz="3450" b="1" i="0">
                <a:solidFill>
                  <a:srgbClr val="22D3EE"/>
                </a:solidFill>
              </a:defRPr>
            </a:lvl5pPr>
            <a:lvl6pPr algn="ctr">
              <a:defRPr sz="3450" b="1" i="0">
                <a:solidFill>
                  <a:srgbClr val="22D3EE"/>
                </a:solidFill>
              </a:defRPr>
            </a:lvl6pPr>
            <a:lvl7pPr algn="ctr">
              <a:defRPr sz="3450" b="1" i="0">
                <a:solidFill>
                  <a:srgbClr val="22D3EE"/>
                </a:solidFill>
              </a:defRPr>
            </a:lvl7pPr>
            <a:lvl8pPr algn="ctr">
              <a:defRPr sz="3450" b="1" i="0">
                <a:solidFill>
                  <a:srgbClr val="22D3EE"/>
                </a:solidFill>
              </a:defRPr>
            </a:lvl8pPr>
            <a:lvl9pPr algn="ctr">
              <a:defRPr sz="3450" b="1" i="0">
                <a:solidFill>
                  <a:srgbClr val="22D3EE"/>
                </a:solidFill>
              </a:defRPr>
            </a:lvl9pPr>
          </a:lstStyle>
          <a:p xmlns:a="http://schemas.openxmlformats.org/drawingml/2006/main">
            <a:pPr algn="ctr">
              <a:defRPr sz="3450" b="1" i="0">
                <a:solidFill>
                  <a:srgbClr val="22D3EE"/>
                </a:solidFill>
              </a:defRPr>
            </a:pPr>
            <a:r>
              <a:rPr sz="3450" b="1" i="0">
                <a:solidFill>
                  <a:srgbClr val="22D3EE"/>
                </a:solidFill>
              </a:rPr>
              <a:t>266</a:t>
            </a:r>
          </a:p>
        </p:txBody>
      </p:sp>
      <p:sp>
        <p:nvSpPr>
          <p:cNvPr id="14" name="">
            <a:extLst xmlns:a="http://schemas.openxmlformats.org/drawingml/2006/main">
              <a:ext uri="{FF2B5EF4-FFF2-40B4-BE49-F238E27FC236}">
                <a16:creationId xmlns:a16="http://schemas.microsoft.com/office/drawing/2014/main" id="{7BC6D2FB-D0DE-4CDE-AD0C-4D69863FD968}"/>
              </a:ext>
            </a:extLst>
          </p:cNvPr>
          <p:cNvSpPr>
            <a:spLocks xmlns:a="http://schemas.openxmlformats.org/drawingml/2006/main" noGrp="1"/>
          </p:cNvSpPr>
          <p:nvPr/>
        </p:nvSpPr>
        <p:spPr>
          <a:xfrm xmlns:a="http://schemas.openxmlformats.org/drawingml/2006/main">
            <a:off x="10001250" y="32861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i="0">
                <a:solidFill>
                  <a:srgbClr val="9AAAC0"/>
                </a:solidFill>
              </a:defRPr>
            </a:defPPr>
            <a:lvl1pPr algn="ctr">
              <a:defRPr sz="1200" b="0" i="0">
                <a:solidFill>
                  <a:srgbClr val="9AAAC0"/>
                </a:solidFill>
              </a:defRPr>
            </a:lvl1pPr>
            <a:lvl2pPr algn="ctr">
              <a:defRPr sz="1200" b="0" i="0">
                <a:solidFill>
                  <a:srgbClr val="9AAAC0"/>
                </a:solidFill>
              </a:defRPr>
            </a:lvl2pPr>
            <a:lvl3pPr algn="ctr">
              <a:defRPr sz="1200" b="0" i="0">
                <a:solidFill>
                  <a:srgbClr val="9AAAC0"/>
                </a:solidFill>
              </a:defRPr>
            </a:lvl3pPr>
            <a:lvl4pPr algn="ctr">
              <a:defRPr sz="1200" b="0" i="0">
                <a:solidFill>
                  <a:srgbClr val="9AAAC0"/>
                </a:solidFill>
              </a:defRPr>
            </a:lvl4pPr>
            <a:lvl5pPr algn="ctr">
              <a:defRPr sz="1200" b="0" i="0">
                <a:solidFill>
                  <a:srgbClr val="9AAAC0"/>
                </a:solidFill>
              </a:defRPr>
            </a:lvl5pPr>
            <a:lvl6pPr algn="ctr">
              <a:defRPr sz="1200" b="0" i="0">
                <a:solidFill>
                  <a:srgbClr val="9AAAC0"/>
                </a:solidFill>
              </a:defRPr>
            </a:lvl6pPr>
            <a:lvl7pPr algn="ctr">
              <a:defRPr sz="1200" b="0" i="0">
                <a:solidFill>
                  <a:srgbClr val="9AAAC0"/>
                </a:solidFill>
              </a:defRPr>
            </a:lvl7pPr>
            <a:lvl8pPr algn="ctr">
              <a:defRPr sz="1200" b="0" i="0">
                <a:solidFill>
                  <a:srgbClr val="9AAAC0"/>
                </a:solidFill>
              </a:defRPr>
            </a:lvl8pPr>
            <a:lvl9pPr algn="ctr">
              <a:defRPr sz="1200" b="0" i="0">
                <a:solidFill>
                  <a:srgbClr val="9AAAC0"/>
                </a:solidFill>
              </a:defRPr>
            </a:lvl9pPr>
          </a:lstStyle>
          <a:p xmlns:a="http://schemas.openxmlformats.org/drawingml/2006/main">
            <a:pPr algn="ctr">
              <a:defRPr sz="1200" b="0" i="0">
                <a:solidFill>
                  <a:srgbClr val="9AAAC0"/>
                </a:solidFill>
              </a:defRPr>
            </a:pPr>
            <a:r>
              <a:rPr sz="1200" b="0" i="0">
                <a:solidFill>
                  <a:srgbClr val="9AAAC0"/>
                </a:solidFill>
              </a:rPr>
              <a:t>tests passed</a:t>
            </a:r>
          </a:p>
        </p:txBody>
      </p:sp>
      <p:sp>
        <p:nvSpPr>
          <p:cNvPr id="15" name="">
            <a:extLst xmlns:a="http://schemas.openxmlformats.org/drawingml/2006/main">
              <a:ext uri="{FF2B5EF4-FFF2-40B4-BE49-F238E27FC236}">
                <a16:creationId xmlns:a16="http://schemas.microsoft.com/office/drawing/2014/main" id="{D7128F2D-B147-44BC-86D4-626E57CAFE6A}"/>
              </a:ext>
            </a:extLst>
          </p:cNvPr>
          <p:cNvSpPr>
            <a:spLocks xmlns:a="http://schemas.openxmlformats.org/drawingml/2006/main" noGrp="1"/>
          </p:cNvSpPr>
          <p:nvPr/>
        </p:nvSpPr>
        <p:spPr>
          <a:xfrm xmlns:a="http://schemas.openxmlformats.org/drawingml/2006/main">
            <a:off x="10001250" y="38862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700" b="1" i="0">
                <a:solidFill>
                  <a:srgbClr val="2DD4BF"/>
                </a:solidFill>
              </a:defRPr>
            </a:defPPr>
            <a:lvl1pPr algn="ctr">
              <a:defRPr sz="2700" b="1" i="0">
                <a:solidFill>
                  <a:srgbClr val="2DD4BF"/>
                </a:solidFill>
              </a:defRPr>
            </a:lvl1pPr>
            <a:lvl2pPr algn="ctr">
              <a:defRPr sz="2700" b="1" i="0">
                <a:solidFill>
                  <a:srgbClr val="2DD4BF"/>
                </a:solidFill>
              </a:defRPr>
            </a:lvl2pPr>
            <a:lvl3pPr algn="ctr">
              <a:defRPr sz="2700" b="1" i="0">
                <a:solidFill>
                  <a:srgbClr val="2DD4BF"/>
                </a:solidFill>
              </a:defRPr>
            </a:lvl3pPr>
            <a:lvl4pPr algn="ctr">
              <a:defRPr sz="2700" b="1" i="0">
                <a:solidFill>
                  <a:srgbClr val="2DD4BF"/>
                </a:solidFill>
              </a:defRPr>
            </a:lvl4pPr>
            <a:lvl5pPr algn="ctr">
              <a:defRPr sz="2700" b="1" i="0">
                <a:solidFill>
                  <a:srgbClr val="2DD4BF"/>
                </a:solidFill>
              </a:defRPr>
            </a:lvl5pPr>
            <a:lvl6pPr algn="ctr">
              <a:defRPr sz="2700" b="1" i="0">
                <a:solidFill>
                  <a:srgbClr val="2DD4BF"/>
                </a:solidFill>
              </a:defRPr>
            </a:lvl6pPr>
            <a:lvl7pPr algn="ctr">
              <a:defRPr sz="2700" b="1" i="0">
                <a:solidFill>
                  <a:srgbClr val="2DD4BF"/>
                </a:solidFill>
              </a:defRPr>
            </a:lvl7pPr>
            <a:lvl8pPr algn="ctr">
              <a:defRPr sz="2700" b="1" i="0">
                <a:solidFill>
                  <a:srgbClr val="2DD4BF"/>
                </a:solidFill>
              </a:defRPr>
            </a:lvl8pPr>
            <a:lvl9pPr algn="ctr">
              <a:defRPr sz="2700" b="1" i="0">
                <a:solidFill>
                  <a:srgbClr val="2DD4BF"/>
                </a:solidFill>
              </a:defRPr>
            </a:lvl9pPr>
          </a:lstStyle>
          <a:p xmlns:a="http://schemas.openxmlformats.org/drawingml/2006/main">
            <a:pPr algn="ctr">
              <a:defRPr sz="2700" b="1" i="0">
                <a:solidFill>
                  <a:srgbClr val="2DD4BF"/>
                </a:solidFill>
              </a:defRPr>
            </a:pPr>
            <a:r>
              <a:rPr sz="2700" b="1" i="0">
                <a:solidFill>
                  <a:srgbClr val="2DD4BF"/>
                </a:solidFill>
              </a:rPr>
              <a:t>+41</a:t>
            </a:r>
          </a:p>
        </p:txBody>
      </p:sp>
      <p:sp>
        <p:nvSpPr>
          <p:cNvPr id="16" name="">
            <a:extLst xmlns:a="http://schemas.openxmlformats.org/drawingml/2006/main">
              <a:ext uri="{FF2B5EF4-FFF2-40B4-BE49-F238E27FC236}">
                <a16:creationId xmlns:a16="http://schemas.microsoft.com/office/drawing/2014/main" id="{9276B519-0B3A-4D87-A92B-768789D2F6E9}"/>
              </a:ext>
            </a:extLst>
          </p:cNvPr>
          <p:cNvSpPr>
            <a:spLocks xmlns:a="http://schemas.openxmlformats.org/drawingml/2006/main" noGrp="1"/>
          </p:cNvSpPr>
          <p:nvPr/>
        </p:nvSpPr>
        <p:spPr>
          <a:xfrm xmlns:a="http://schemas.openxmlformats.org/drawingml/2006/main">
            <a:off x="10001250" y="433387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i="0">
                <a:solidFill>
                  <a:srgbClr val="9AAAC0"/>
                </a:solidFill>
              </a:defRPr>
            </a:defPPr>
            <a:lvl1pPr algn="ctr">
              <a:defRPr sz="1200" b="0" i="0">
                <a:solidFill>
                  <a:srgbClr val="9AAAC0"/>
                </a:solidFill>
              </a:defRPr>
            </a:lvl1pPr>
            <a:lvl2pPr algn="ctr">
              <a:defRPr sz="1200" b="0" i="0">
                <a:solidFill>
                  <a:srgbClr val="9AAAC0"/>
                </a:solidFill>
              </a:defRPr>
            </a:lvl2pPr>
            <a:lvl3pPr algn="ctr">
              <a:defRPr sz="1200" b="0" i="0">
                <a:solidFill>
                  <a:srgbClr val="9AAAC0"/>
                </a:solidFill>
              </a:defRPr>
            </a:lvl3pPr>
            <a:lvl4pPr algn="ctr">
              <a:defRPr sz="1200" b="0" i="0">
                <a:solidFill>
                  <a:srgbClr val="9AAAC0"/>
                </a:solidFill>
              </a:defRPr>
            </a:lvl4pPr>
            <a:lvl5pPr algn="ctr">
              <a:defRPr sz="1200" b="0" i="0">
                <a:solidFill>
                  <a:srgbClr val="9AAAC0"/>
                </a:solidFill>
              </a:defRPr>
            </a:lvl5pPr>
            <a:lvl6pPr algn="ctr">
              <a:defRPr sz="1200" b="0" i="0">
                <a:solidFill>
                  <a:srgbClr val="9AAAC0"/>
                </a:solidFill>
              </a:defRPr>
            </a:lvl6pPr>
            <a:lvl7pPr algn="ctr">
              <a:defRPr sz="1200" b="0" i="0">
                <a:solidFill>
                  <a:srgbClr val="9AAAC0"/>
                </a:solidFill>
              </a:defRPr>
            </a:lvl7pPr>
            <a:lvl8pPr algn="ctr">
              <a:defRPr sz="1200" b="0" i="0">
                <a:solidFill>
                  <a:srgbClr val="9AAAC0"/>
                </a:solidFill>
              </a:defRPr>
            </a:lvl8pPr>
            <a:lvl9pPr algn="ctr">
              <a:defRPr sz="1200" b="0" i="0">
                <a:solidFill>
                  <a:srgbClr val="9AAAC0"/>
                </a:solidFill>
              </a:defRPr>
            </a:lvl9pPr>
          </a:lstStyle>
          <a:p xmlns:a="http://schemas.openxmlformats.org/drawingml/2006/main">
            <a:pPr algn="ctr">
              <a:defRPr sz="1200" b="0" i="0">
                <a:solidFill>
                  <a:srgbClr val="9AAAC0"/>
                </a:solidFill>
              </a:defRPr>
            </a:pPr>
            <a:r>
              <a:rPr sz="1200" b="0" i="0">
                <a:solidFill>
                  <a:srgbClr val="9AAAC0"/>
                </a:solidFill>
              </a:rPr>
              <a:t>subtests</a:t>
            </a:r>
          </a:p>
        </p:txBody>
      </p:sp>
      <p:sp>
        <p:nvSpPr>
          <p:cNvPr id="17" name="">
            <a:extLst xmlns:a="http://schemas.openxmlformats.org/drawingml/2006/main">
              <a:ext uri="{FF2B5EF4-FFF2-40B4-BE49-F238E27FC236}">
                <a16:creationId xmlns:a16="http://schemas.microsoft.com/office/drawing/2014/main" id="{5A20B881-469E-4915-B598-6A60E435CA6E}"/>
              </a:ext>
            </a:extLst>
          </p:cNvPr>
          <p:cNvSpPr>
            <a:spLocks xmlns:a="http://schemas.openxmlformats.org/drawingml/2006/main" noGrp="1"/>
          </p:cNvSpPr>
          <p:nvPr/>
        </p:nvSpPr>
        <p:spPr>
          <a:xfrm xmlns:a="http://schemas.openxmlformats.org/drawingml/2006/main">
            <a:off x="685800" y="59436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i="0">
                <a:solidFill>
                  <a:srgbClr val="2DD4BF"/>
                </a:solidFill>
              </a:defRPr>
            </a:defPPr>
            <a:lvl1pPr algn="l">
              <a:defRPr sz="2400" b="1" i="0">
                <a:solidFill>
                  <a:srgbClr val="2DD4BF"/>
                </a:solidFill>
              </a:defRPr>
            </a:lvl1pPr>
            <a:lvl2pPr algn="l">
              <a:defRPr sz="2400" b="1" i="0">
                <a:solidFill>
                  <a:srgbClr val="2DD4BF"/>
                </a:solidFill>
              </a:defRPr>
            </a:lvl2pPr>
            <a:lvl3pPr algn="l">
              <a:defRPr sz="2400" b="1" i="0">
                <a:solidFill>
                  <a:srgbClr val="2DD4BF"/>
                </a:solidFill>
              </a:defRPr>
            </a:lvl3pPr>
            <a:lvl4pPr algn="l">
              <a:defRPr sz="2400" b="1" i="0">
                <a:solidFill>
                  <a:srgbClr val="2DD4BF"/>
                </a:solidFill>
              </a:defRPr>
            </a:lvl4pPr>
            <a:lvl5pPr algn="l">
              <a:defRPr sz="2400" b="1" i="0">
                <a:solidFill>
                  <a:srgbClr val="2DD4BF"/>
                </a:solidFill>
              </a:defRPr>
            </a:lvl5pPr>
            <a:lvl6pPr algn="l">
              <a:defRPr sz="2400" b="1" i="0">
                <a:solidFill>
                  <a:srgbClr val="2DD4BF"/>
                </a:solidFill>
              </a:defRPr>
            </a:lvl6pPr>
            <a:lvl7pPr algn="l">
              <a:defRPr sz="2400" b="1" i="0">
                <a:solidFill>
                  <a:srgbClr val="2DD4BF"/>
                </a:solidFill>
              </a:defRPr>
            </a:lvl7pPr>
            <a:lvl8pPr algn="l">
              <a:defRPr sz="2400" b="1" i="0">
                <a:solidFill>
                  <a:srgbClr val="2DD4BF"/>
                </a:solidFill>
              </a:defRPr>
            </a:lvl8pPr>
            <a:lvl9pPr algn="l">
              <a:defRPr sz="2400" b="1" i="0">
                <a:solidFill>
                  <a:srgbClr val="2DD4BF"/>
                </a:solidFill>
              </a:defRPr>
            </a:lvl9pPr>
          </a:lstStyle>
          <a:p xmlns:a="http://schemas.openxmlformats.org/drawingml/2006/main">
            <a:pPr algn="l">
              <a:defRPr sz="2400" b="1" i="0">
                <a:solidFill>
                  <a:srgbClr val="2DD4BF"/>
                </a:solidFill>
              </a:defRPr>
            </a:pPr>
            <a:r>
              <a:rPr sz="2400" b="1" i="0">
                <a:solidFill>
                  <a:srgbClr val="2DD4BF"/>
                </a:solidFill>
              </a:rPr>
              <a:t>Thank you</a:t>
            </a:r>
          </a:p>
        </p:txBody>
      </p:sp>
      <p:sp>
        <p:nvSpPr>
          <p:cNvPr id="18" name="">
            <a:extLst xmlns:a="http://schemas.openxmlformats.org/drawingml/2006/main">
              <a:ext uri="{FF2B5EF4-FFF2-40B4-BE49-F238E27FC236}">
                <a16:creationId xmlns:a16="http://schemas.microsoft.com/office/drawing/2014/main" id="{43204A8D-8395-4AFA-906B-026068B3EF46}"/>
              </a:ext>
            </a:extLst>
          </p:cNvPr>
          <p:cNvSpPr>
            <a:spLocks xmlns:a="http://schemas.openxmlformats.org/drawingml/2006/main" noGrp="1"/>
          </p:cNvSpPr>
          <p:nvPr/>
        </p:nvSpPr>
        <p:spPr>
          <a:xfrm xmlns:a="http://schemas.openxmlformats.org/drawingml/2006/main">
            <a:off x="8048625" y="59436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2250" b="1" i="0">
                <a:solidFill>
                  <a:srgbClr val="F8FAFC"/>
                </a:solidFill>
              </a:defRPr>
            </a:defPPr>
            <a:lvl1pPr algn="r">
              <a:defRPr sz="2250" b="1" i="0">
                <a:solidFill>
                  <a:srgbClr val="F8FAFC"/>
                </a:solidFill>
              </a:defRPr>
            </a:lvl1pPr>
            <a:lvl2pPr algn="r">
              <a:defRPr sz="2250" b="1" i="0">
                <a:solidFill>
                  <a:srgbClr val="F8FAFC"/>
                </a:solidFill>
              </a:defRPr>
            </a:lvl2pPr>
            <a:lvl3pPr algn="r">
              <a:defRPr sz="2250" b="1" i="0">
                <a:solidFill>
                  <a:srgbClr val="F8FAFC"/>
                </a:solidFill>
              </a:defRPr>
            </a:lvl3pPr>
            <a:lvl4pPr algn="r">
              <a:defRPr sz="2250" b="1" i="0">
                <a:solidFill>
                  <a:srgbClr val="F8FAFC"/>
                </a:solidFill>
              </a:defRPr>
            </a:lvl4pPr>
            <a:lvl5pPr algn="r">
              <a:defRPr sz="2250" b="1" i="0">
                <a:solidFill>
                  <a:srgbClr val="F8FAFC"/>
                </a:solidFill>
              </a:defRPr>
            </a:lvl5pPr>
            <a:lvl6pPr algn="r">
              <a:defRPr sz="2250" b="1" i="0">
                <a:solidFill>
                  <a:srgbClr val="F8FAFC"/>
                </a:solidFill>
              </a:defRPr>
            </a:lvl6pPr>
            <a:lvl7pPr algn="r">
              <a:defRPr sz="2250" b="1" i="0">
                <a:solidFill>
                  <a:srgbClr val="F8FAFC"/>
                </a:solidFill>
              </a:defRPr>
            </a:lvl7pPr>
            <a:lvl8pPr algn="r">
              <a:defRPr sz="2250" b="1" i="0">
                <a:solidFill>
                  <a:srgbClr val="F8FAFC"/>
                </a:solidFill>
              </a:defRPr>
            </a:lvl8pPr>
            <a:lvl9pPr algn="r">
              <a:defRPr sz="2250" b="1" i="0">
                <a:solidFill>
                  <a:srgbClr val="F8FAFC"/>
                </a:solidFill>
              </a:defRPr>
            </a:lvl9pPr>
          </a:lstStyle>
          <a:p xmlns:a="http://schemas.openxmlformats.org/drawingml/2006/main">
            <a:pPr algn="r">
              <a:defRPr sz="2250" b="1" i="0">
                <a:solidFill>
                  <a:srgbClr val="F8FAFC"/>
                </a:solidFill>
              </a:defRPr>
            </a:pPr>
            <a:r>
              <a:rPr sz="2250" b="1" i="0">
                <a:solidFill>
                  <a:srgbClr val="F8FAFC"/>
                </a:solidFill>
              </a:rPr>
              <a:t>Questions?</a:t>
            </a:r>
          </a:p>
        </p:txBody>
      </p:sp>
    </p:spTree>
    <p:extLst>
      <p:ext uri="{BB962C8B-B14F-4D97-AF65-F5344CB8AC3E}">
        <p14:creationId xmlns:p14="http://schemas.microsoft.com/office/powerpoint/2010/main" val="659880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2026-10-24T04:08:25.1940000Z</dcterms:created>
  <dcterms:modified xsi:type="dcterms:W3CDTF">2026-10-24T04:08:25.1940000Z</dcterms:modified>
</coreProperties>
</file>